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1097280"/>
            <a:ext cx="457200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0" b="1" dirty="0">
                <a:solidFill>
                  <a:srgbClr val="065A82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15  /  mbX Pro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PICRUSt2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taxonomy to predicted function — with NSTI trust.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1371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release  ·  University talk  ·  mbX Pro 1.5.0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STEP EXISTS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16S tells us identity, not function.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up to now answered 'what's there'. Step 15 answers 'what is it doing' — predicted from phylogenetic placement. PICRUSt2 places each ASV on a 20,000-genome reference tree, looks up the known gene content of its nearest relatives, and infers gene-family abundance per sample. KO + EC + COG + MetaCyc pathways.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46120" cy="329184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2356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databases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 — KEGG individual gene families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 — Enzyme Commission activities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 — broad functional categories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MetaCyc — high-level metabolic pathways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15 — PICRUSt2  ·  2/15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+ use raw counts.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READY_FOR_DIVERSITY gate. Like ANCOMBC2, PICRUSt2 uses raw counts — it needs absolute information for NSTI weighting.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= Step-7 filtered feature table (raw)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Rep-seqs = Step-4 representative_sequences.qza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15 — PICRUSt2  ·  3/15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inside the mbx_picrust2 conda env.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env from QIIME2 so we don't poison the active scientific env. Baked into the Docker image at build time.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 run -n mbx_picrust2 picrust2_*.py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(never modifies the QIIME2 env)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image: env pre-built (Phase 3.3, 1.4.0)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(offline-capable, no first-run download)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install: ~2 GB bioconda download on first use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15 — PICRUSt2  ·  4/15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every ASV on the reference tree.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place_seqs.py runs epa-ng (phylogenetic placement) + gappa (re-formatting). This is the most expensive sub-step — a few minutes per 1,000 ASVs.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tree: ~20,000 sequenced genomes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epa-ng = the gold-standard ML phylogenetic placement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Multi-threaded (MBX_THREADS)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15 — PICRUSt2  ·  5/15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Per-ASV NSTI, then per-sample weighted mean.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NSTI = phylogenetic distance from ASV to its nearest reference genome. Low NSTI → prediction well-grounded; high NSTI → essentially a guess.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per ASV by PICRUSt2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2278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Read-count-weighted per sample → weighted mean NSTI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7307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57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flagged UNRELIABLE when weighted mean &gt; 1.0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840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(maintainer-recommended threshold)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423367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 samples EXCLUDED from per-variable DA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(but still in the per-sample NSTI table)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852160" y="2743200"/>
            <a:ext cx="2880360" cy="196596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NSTI?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89320" y="3154680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maintainers' own trust metric (Langille et al. 2013).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closest reference is 1.0 substitutions away, the predicted gene content is the closest reference's, which may have diverged a lot.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15 — PICRUSt2  ·  6/15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database predictions + MetaCyc pathways.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metagenome_pipeline.py for KO, EC, COG. pathway_pipeline.py rolls EC into MetaCyc pathways.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 — KEGG Orthology (individual genes)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 — Enzyme Commission (catalytic activities)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 — broad functional categories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879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MetaCyc — human-readable metabolic pathways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(EC rolled up)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15 — PICRUSt2  ·  7/15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ABUNDANCE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 + Dunn per variable, per database.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statistical stack as Step 10. For every categorical variable, on every database, KW (or Wilcoxon for 2 groups) → BH → Dunn → CLD.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Per-database panel, BH within each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Dunn pairwise on KW hits → CLD for boxplots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p_adj ≤ 0.05 = significant; user can re-filter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15 — PICRUSt2  ·  8/15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Genus × pathway Spearman correlation.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Step 14 ran, Spearman-correlate every Step-14-significant genus with every Step-15-significant MetaCyc pathway.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'this pathway increase is driven by this genus increase' interpretation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output → embedded in HTML report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silently if Step 14 didn't run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15 — PICRUSt2  ·  9/15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+ REPORT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plot types + self-contained HTML.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Stacked-bars + lfc heatmap + functional PCoA + genus-pathway correlation heatmap + per-sample NSTI table. All embedded in picrust2_report.html.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Stacked-bar top-20 MetaCyc pathways per variable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heatmap (lfc + significance stars)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PCoA (Bray-Curtis on MetaCyc abundance)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879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HTML — single file, emailable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(images inlined as base64)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15 — PICRUSt2  ·  10/15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— AND WHY THEY ARE WHAT THEY 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Baked PICRUSt2 env. Maintainer thresholds.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321040" cy="310896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43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93008" y="11430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30368" y="11430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53896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4538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 env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93008" y="14538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mbx_picrust2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30368" y="1453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from QIIME2; pre-baked in Docker image.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1764792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7647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PICRUSt2 version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93008" y="17647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2.6.3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30368" y="17647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in Dockerfile; bioconda latest stable at image build.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075688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075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NSTI trust threshold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93008" y="20756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weighted mean &gt; 1.0 → UNRELIABLE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30368" y="20756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Maintainer-recommended cut-off.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386584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3865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93008" y="23865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 + EC + COG + MetaCyc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30368" y="23865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most-used in microbiome papers.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697480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2697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(per variable)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93008" y="2697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KW or Wilcoxon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30368" y="26974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abundances are not normal.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008376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0083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Multiple-testing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493008" y="30083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BH per database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30368" y="30083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FDR.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319272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33192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threshold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493008" y="33192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p_adj ≤ 0.05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30368" y="33192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convention.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3630168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36301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 with Step 14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493008" y="36301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when present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230368" y="363016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interpretation.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3941064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" y="394106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formats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493008" y="394106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PNG + SVG; PDF on flag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230368" y="394106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Publication-ready.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15 — PICRUSt2  ·  11/15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FALLBACKS — AND WHY THEY EXIST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soft modes.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321040" cy="25603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05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0" y="1005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TRIGGERS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80760" y="10058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32104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91440" cy="533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325880"/>
            <a:ext cx="27432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Refuse to run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325880"/>
            <a:ext cx="256032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READY_FOR_DIVERSITY = no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0760" y="1325880"/>
            <a:ext cx="269748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gate.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905000"/>
            <a:ext cx="832104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905000"/>
            <a:ext cx="91440" cy="533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950720"/>
            <a:ext cx="27432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 COG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1950720"/>
            <a:ext cx="256032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PICRUSt2 2.6.x HDF5 bug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1950720"/>
            <a:ext cx="269748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 + EC + MetaCyc still ship; report explains.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29840"/>
            <a:ext cx="832104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529840"/>
            <a:ext cx="91440" cy="533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575560"/>
            <a:ext cx="27432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Exclude high-NSTI samples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2575560"/>
            <a:ext cx="256032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mean NSTI &gt; 1.0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2575560"/>
            <a:ext cx="269748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them biases the test.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154680"/>
            <a:ext cx="832104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154680"/>
            <a:ext cx="91440" cy="533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200400"/>
            <a:ext cx="27432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 genus-pathway corr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3200400"/>
            <a:ext cx="256032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14 didn't run or no sig genera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3200400"/>
            <a:ext cx="269748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data; block omitted from report.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779520"/>
            <a:ext cx="832104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779520"/>
            <a:ext cx="91440" cy="533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825240"/>
            <a:ext cx="27432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Reuse cached intermediates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74720" y="3825240"/>
            <a:ext cx="256032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run produced placed_seqs.tre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0760" y="3825240"/>
            <a:ext cx="269748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the most expensive sub-step.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404360"/>
            <a:ext cx="832104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4404360"/>
            <a:ext cx="91440" cy="533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4450080"/>
            <a:ext cx="27432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First-run env creation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74720" y="4450080"/>
            <a:ext cx="256032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mbx_picrust2 missing (host install)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80760" y="4450080"/>
            <a:ext cx="269748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GB bioconda download; Docker avoids this.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480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Docker image bakes the PICRUSt2 env so step 15 is offline-capable and reliable.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15 — PICRUSt2  ·  12/15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Per-sample NSTI + per-pathway DA.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937760" y="1874520"/>
            <a:ext cx="3840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7492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Summary_picrust2_NSTI.xlsx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4920" y="22860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sample-id  mean_NSTI  weighted_NSTI  flag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SampleA    0.041      0.029          RELIABLE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SampleB    0.053      0.038          RELIABLE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SampleC    1.214      1.142          UNRELIABLE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DA_KO_KW_&lt;var&gt;.xlsx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DA_EC_KW_&lt;var&gt;.xlsx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DA_metacyc_pathways_KW_&lt;var&gt;.xlsx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correlation_DAgenera_x_DApathways_&lt;var&gt;.tsv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picrust2_report.html  (self-contained)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15 — PICRUSt2  ·  13/15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82880" y="457200"/>
            <a:ext cx="59436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065A82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45720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12801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function, with trust scoring.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0" y="25146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PICRUSt2 in its own conda env (isolated, Docker-baked).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Per-sample weighted NSTI flags unreliable predictions.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 Step 14 to say 'this pathway is driven by this genus'.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4114800"/>
            <a:ext cx="9144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4206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prediction, defensibly — never silently extrapolating into the unknown.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FURTHER READING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the key references.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scripts/mbx_picrust_run.sh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560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+ databases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PICRUSt2: Douglas et al. 2020 Nature Biotech 38:685.  ·  NSTI: Langille et al. 2013 Nature Biotech 31:814.  ·  MetaCyc: Caspi et al. 2020 NAR 48:D445.  ·  KEGG: Kanehisa et al. 2017 NAR 45:D353.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files in this folder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one-page handout.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15_picrust2.html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same content, with copy buttons.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15 — PICRUSt2  ·  15/15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15 — PICRUSt2 Functional Prediction</dc:title>
  <dc:subject>mbX Pro 1.5.0</dc:subject>
  <dc:creator>utsav lamichhane</dc:creator>
  <cp:lastModifiedBy>utsav lamichhane</cp:lastModifiedBy>
  <cp:revision>1</cp:revision>
  <dcterms:created xsi:type="dcterms:W3CDTF">2026-06-15T03:51:18Z</dcterms:created>
  <dcterms:modified xsi:type="dcterms:W3CDTF">2026-06-15T03:51:18Z</dcterms:modified>
</cp:coreProperties>
</file>