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Run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happens — with graceful Zenodo fallback.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classifier. Recover from pickle bugs.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set the table — picked mode + source. Step 6 actually runs classify-sklearn. The interesting part is the fall-back: if a Zenodo-sourced classifier passes sha256 but fails to LOAD in the user's exact scikit-learn build (a subtle pickle bug), we need to detect that and recover automatically.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fall-back trick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verifies bits.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verify pickle compatibility with the running sklearn build.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Step 6 must catch a load failure, delete the artifact, train locally, retry — all silently from the user's perspective.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Step 5's info file.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parameters needed — everything comes from mbx_classifier_run_info.txt. CLASSIFIER_MODE, CLASSIFIER_SOURCE, every path.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= region-specific | full-length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5 picked from Step 0's primer verdict)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= zenodo | cached | local-training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5 picked from sha256 + Zenodo availability)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paths pre-resolved by Step 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sub-steps to actually run?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QIIME2 commands available (extract-reads, fit-classifier, classify-sklearn). Source tells us which to skip.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local-training (region-specific) → RUN all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local-training (full-length) → SKIP extract-reads, RUN fit + classify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or cached → SKIP extract-reads + fit, RUN ONLY classify-sklearn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is where the 30-90 minutes is saved)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REGION-SPECIFIC ONLY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Extract-reads from the GG2 backbone.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the GG2 reference to just the V-region the user actually sequenced, at the same length distribution Step 4 produced.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--p-f-primer / --p-r-primer come from Step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--p-min-length / --p-max-length come from Step 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 sees same length range it'll classify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(species-level accuracy improves)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 ONLY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Naive Bayes classifier.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step — 30 to 90 minutes of CPU + ~15 GB RAM peak. We only run it when no pre-trained artifact is available.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feature-classifier fit-classifier-naive-bayes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 — QIIME2 default + best-calibrated for amplicons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(Bokulich et al. 2018)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gg2_trained_classifier.qza (~180 MB)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(cached for future runs on this machine)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6/14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CLASSIFICATION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classify-sklearn. Catch failure.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ASV gets a taxonomy string + confidence. Inside this call is where Zenodo cache-mismatch surfaces — and where we recover.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feature-classifier classify-sklearn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on a zenodo artifact → DELETE the file, set SOURCE = local-training-fallback, RE-RUN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on local-training source → HARD ERROR (GG2 corrupted, nothing we can fix)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retry?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1.4.0 vs 1.4.2 pickle compatibility breaks occasionally. sha256 doesn't catch this.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fail the pipeline, we silently degrade to local training and surface 'local-training-fallback' in the final report.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7/14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.qzv visualisation.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metadata tabulate → taxonomy.qzv. The user can open it in a browser and search every ASV's assigned taxonomy + confidence.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sortable HTML 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ASV: Feature ID, Taxon, Confidence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 below confidence cutoff → taxonomy truncated, never fabricated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are safe and cheap.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is checked before its producer is invoked. A partial run that died after extract-reads picks up where it left off.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extracted_reads.qza exists → skip extract-reads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trained_classifier.qza exists → skip fit-classifier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taxonomy.qza exists → skip classify-sklearn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user can delete a downstream file to force a re-run)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9/14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QIIME2-aligned defaults.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extract-reads f/r primer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Step 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trust Step 0; if it was wrong, surface that here.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extract-reads min/max length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Step 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what the classifier will actually see.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fit-classifier model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 Bayes (Multinomial)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default; best-calibrated for amplicons.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classify-sklearn n-jobs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MBX_THREADS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Near-linear scaling; one source of truth.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classify-sklearn confidence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default; below this, truncate taxonomy to deepest defensible level.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pre-dispatch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 n_jobs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default; balances memory vs throughput.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extract-reads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= full-length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 to extract.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630168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630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fit-classifier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630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= zenodo | cached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630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have a trained classifier.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10/14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automatically. Never abort silently.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extract-reads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= full-length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training uses the whole backbone.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fit-classifier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= zenodo | cached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exists; rebuilding wastes 30-90 min.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 cached intermediate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parameters as a previous run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wall-clock on re-runs.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local-training-fallback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classify-sklearn failed on a zenodo artifact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+ retrain locally + retry. Pipeline never aborts on Zenodo.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1363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913632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9593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fail on local-train failure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9593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fit-classifier crashed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95935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GG2 corruption — no automatic fix possible.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fall-back path updates CLASSIFIER_SOURCE so the final report tells the truth about what actually ran.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+ confidence per ASV.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taxonomy.qza  (one row per ASV)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ID  Taxon                          Confidence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ASV_001    d__Bacteria;p__Bacillota;...  0.9912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...;g__Lactobacillus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ASV_002    d__Bacteria;p__Bacteroidota;  0.9847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...;g__Bacteroides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ASV_003    d__Bacteria;p__Pseudomon...   0.6334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(truncated — below cutoff)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ASV_004    Unassigned                    0.0142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recover, surface the truth.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QIIME2 commands, with most skipped when Zenodo cached.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downloaded classifier fails to LOAD (not just to verify),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delete it, train locally, retry — and tell the report what really ran.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30-90 minutes when it can, never fails opaquely.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plugin, references.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scripts/mbx_classifier_run.sh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+ methodology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q2-feature-classifier: docs.qiime2.org/2025.4/plugins/available/feature-classifier/  ·  Methodology: Bokulich et al. (2018) Microbiome 6:90.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6_classifier_run.html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6 — Classifier Run  ·  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6 — Classifier Run</dc:title>
  <dc:subject>mbX Pro 1.5.0</dc:subject>
  <dc:creator>utsav lamichhane</dc:creator>
  <cp:lastModifiedBy>utsav lamichhane</cp:lastModifiedBy>
  <cp:revision>1</cp:revision>
  <dcterms:created xsi:type="dcterms:W3CDTF">2026-06-15T02:11:12Z</dcterms:created>
  <dcterms:modified xsi:type="dcterms:W3CDTF">2026-06-15T02:11:12Z</dcterms:modified>
</cp:coreProperties>
</file>