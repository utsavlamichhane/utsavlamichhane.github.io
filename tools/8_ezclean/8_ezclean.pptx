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097280"/>
            <a:ext cx="45720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0" b="1" dirty="0">
                <a:solidFill>
                  <a:srgbClr val="065A82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08  /  mbX Pro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ezclean per level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GTDB strings become short, R-safe taxon names.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1371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release  ·  University talk  ·  mbX Pro 1.5.0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EXISTS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GTDB strings are precise. They are also unreadable.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d__Bacteria;p__Bacillota_A_368345;c__Clostridia_258483;...;g__Lachnospira;s__Lachnospira multipara — at the front of every plot, every column header, every report row. Worse: two distinct ASVs can share the SAME taxonomy string with different GTDB cluster suffixes and show up as separate 'taxa' if not consolidated.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46120" cy="329184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2356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ezclean's job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GTDB string.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synonymous taxa.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short, R-safe column name per taxon, per level.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8 — ezclean per level  ·  2/13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system R. Strip conda pollution.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Conda's R has different package versions than the host system R. Mixing them produces opaque 'shared object not found' errors. Step 8 always uses system 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/opt/homebrew, /usr/local, R.framework, /usr/bin, PATH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R_LIBS_USER, R_PROFILE, R_ENVIRON env vars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(conda sets these; they break system R)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scripts/lib/install_r_deps.R to verify the pinned env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(idempotent — cheap if everything is satisfied)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8 — ezclean per level  ·  3/13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Step 7 contract.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7's info file gives us LEVEL_7_CSV and METADATA_TXT. We only need the level-7 CSV — its column headers contain the FULL GTDB hierarchy.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LEVEL_7_CSV — single input for all seven runs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(headers contain d__/p__/c__/o__/f__/g__/s__ strings)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METADATA_TXT — joined into every output for downstream convenience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8 — ezclean per level  ·  4/13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R's working directory.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ezclean writes ~12 intermediate XLSX files relative to cwd while it works, then cleans them up. We point R at 8_cleaned_files/ so that ephemeral state never leaks to the user's home folder.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setwd('8_cleaned_files') inside every Rscript invocation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files contained + auto-cleaned by ezclean()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8 — ezclean per level  ·  5/13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ezclean() seven times.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over level letters d, p, c, o, f, g, s. Each call reads the same level-7.csv and produces one XLSX for that level.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level-7 string into seven components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(d__ p__ c__ o__ f__ g__ s__)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2278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requested level (e.g. g__Bilophila for genus)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307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GTDB cluster siblings — but keep real splits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(_C_123 + _C_456 → merge; _A vs _B → keep separate)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423367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prefixes + join Genus.species with a dot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(R-column-name safe)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52160" y="2743200"/>
            <a:ext cx="2880360" cy="196596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Unidentified naming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89320" y="3154680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level is missing, walk up to the deepest parent and label: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unidentified_&lt;level&gt;_&lt;N&gt;_from_&lt;parent&gt;_&lt;parent_level&gt;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parent → same 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8 — ezclean per level  ·  6/13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seven outputs.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each XLSX exists and is non-empty. Species-level failure is common for low-classification data (short reads, environmental samples) — log it, but don't kill the pipeline.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PASS_COUNT / FAIL_COUNT logged for the final report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Species-level empty = warning, not error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(downstream uses genus or higher)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Other-level empty = unusual, investigate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8 — ezclean per level  ·  7/13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mbx_ezclean_info.txt.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LEVEL_&lt;X&gt;_XLSX line per level. Downstream steps (ezviz, ezstat, ML, networks, final report) read these paths.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LEVEL_D_XLSX, LEVEL_P_XLSX, ..., LEVEL_S_XLSX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MBX_PACKAGE_VERSION recorded for provenance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STATUS=COMPLETE if all 7 succeeded; STATUS=PARTIAL otherwise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8 — ezclean per level  ·  8/13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— AND WHY THEY ARE WHAT THEY 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R + the seven-level convention.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321040" cy="310896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93008" y="11430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30368" y="11430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53896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538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location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93008" y="14538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R, NOT conda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30368" y="1453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conda + system R causes opaque library errors.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764792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7647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R_LIBS_USER handling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93008" y="17647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stripped at script start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30368" y="17647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conda from poisoning system R lookup.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075688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075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version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93008" y="2075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CRAN 0.2.0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30368" y="20756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in r_packages.lock; updates go through the lockfile.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386584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3865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run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93008" y="23865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d, p, c, o, f, g, 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30368" y="2386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seven, every time. Skipping any defers failure downstream.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697480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697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93008" y="2697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level-7.csv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30368" y="26974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contain full hierarchy; ezclean rebuilds higher levels.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008376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0083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working directory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93008" y="30083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8_cleaned_files/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30368" y="30083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the ~12 intermediate XLSX ezclean writes while working.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319272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3192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Unidentified label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93008" y="33192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unidentified_&lt;lvl&gt;_&lt;N&gt;_from_&lt;parent&gt;_&lt;plvl&gt;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30368" y="33192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R-safe, deduplicated by parent.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630168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36301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format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493008" y="36301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Genus.species (dot-joined)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230368" y="363016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R-column-name-safe; spaces are illegal in many contexts.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8 — ezclean per level  ·  9/13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 — AND WHY THEY EXIST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levels can fail. Pipeline survives.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321040" cy="25603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0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TRIGGERS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80760" y="10058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258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 with N&lt;7 levels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325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level empty (low classification depth)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132588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Genus + higher still work.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38528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938528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9842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Per-level retry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19842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package-load error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198424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BiocManager just resolved a dep; second try works.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96896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96896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6426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Bypass install check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26426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--skip-install after a successful run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264261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reruns when env is known good.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55264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255264"/>
            <a:ext cx="91440" cy="56692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30098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STATUS=PARTIAL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30098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level failed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330098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mbXPro --resume to retry; never silent.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480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ezclean is delegated to the CRAN mbX package — same code, pinned version, reproducible across machines.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8 — ezclean per level  ·  10/13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XLSX, one per level — clean names.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937760" y="1874520"/>
            <a:ext cx="3840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749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mbX_cleaned_genera_level-7.xlsx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492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sample-id  Treatment  Bacteroides  Lactobacillus  Bilophila 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SampleA    High       0.0214       0.0089         0.0034    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SampleB    Low        0.0142       0.0312         0.0007    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SampleC    High       0.0367       0.0021         0.0012    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metadata joined in for downstream convenience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unidentified_genus_&lt;N&gt;_from_&lt;parent&gt;_&lt;level&gt; for gaps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8 — ezclean per level  ·  11/13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457200"/>
            <a:ext cx="59436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065A82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ez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45720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2801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GTDB strings become short, clean names.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0" y="25146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taxonomic levels.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Synonymous taxa consolidated.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'unidentified' labels for missing parents.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4114800"/>
            <a:ext cx="9144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4206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here on, every plot and every report table is readable.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FURTHER READING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package, references.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scripts/mbx_ezclean_all_levels.sh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560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mbX CRAN package + Greengenes2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mbX: cran.r-project.org/package=mbX (pinned 0.2.0)  ·  Greengenes2: McDonald et al. (2024) Nature Biotechnology 42:715-718.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files in this folder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one-page handout.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8_ezclean.html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same content, with copy buttons.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8 — ezclean per level  ·  13/13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8 — ezclean per level</dc:title>
  <dc:subject>mbX Pro 1.5.0</dc:subject>
  <dc:creator>utsav lamichhane</dc:creator>
  <cp:lastModifiedBy>utsav lamichhane</cp:lastModifiedBy>
  <cp:revision>1</cp:revision>
  <dcterms:created xsi:type="dcterms:W3CDTF">2026-06-15T02:15:44Z</dcterms:created>
  <dcterms:modified xsi:type="dcterms:W3CDTF">2026-06-15T02:15:44Z</dcterms:modified>
</cp:coreProperties>
</file>