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0972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0" b="1" dirty="0">
                <a:solidFill>
                  <a:srgbClr val="065A82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  /  mbX Pro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Arranger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 instead of 90 minutes — when we can verify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1371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release  ·  University talk  ·  mbX Pro 1.5.0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STEP EXISTS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Naive Bayes classifier is expensive.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30-90 minutes of CPU + ~15 GB RAM per run, every time, for the same Greengenes2 reference + the same QIIME2 version. But the same reference + same version = bit-identical classifier. So we can cache it. And there are also two ways to train: REGION-SPECIFIC (faster, slightly more accurate, needs primers known) or FULL-LENGTH (always works).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4612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23560" y="1325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big decisions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Region-specific or full-length?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Depends on whether Step 0 said DETECTED.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pre-trained, or train locally?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Depends on QIIME2 version + sha256 of a curated Zenodo artifact.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5 — Classifier Arranger  ·  2/14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QIIME2 + scikit-learn versions.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compatibility for sklearn breaks between minor versions. We need to know what we're loading INTO before we decide what to download.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 info → QIIME2 version (e.g. 2025.4)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-c import sklearn → version (e.g. 1.4.2)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compatibility = MAJOR.MINOR (1.4 ≠ 0.24)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(critical for the Zenodo download decision)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5 — Classifier Arranger  ·  3/14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1 — CLASSIFIER_MODE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Region-specific or full-length?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Step 0's DETECTION_STATUS. If primers are known, we can extract just the V-region from the GG2 reference and train on a much smaller alphabet.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/ USER_SUPPLIED → region-specific (faster, slightly more accurate at species)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4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→ full-length (no V-region anchor available)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57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→ full-length (defensive choice)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743200"/>
            <a:ext cx="2880360" cy="1965960"/>
          </a:xfrm>
          <a:prstGeom prst="rect">
            <a:avLst/>
          </a:prstGeom>
          <a:solidFill>
            <a:srgbClr val="EAF2F8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modes?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89320" y="3154680"/>
            <a:ext cx="2651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Region-specific: ~3x faster, slightly higher species-level accuracy.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Full-length: ~3x slower, works for ANY region (or no known region at all).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5 — Classifier Arranger  ·  4/14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PATH — STEP 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matching Zenodo entry.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registry has one row per supported QIIME2 release (2023.2 through 2025.4). Each row holds the filename + the sha256 we expect.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supported releases, 2 Greengenes2 versions (2022.10 + 2024.09)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DOI-backed URL: https://zenodo.org/records/20021035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row for your QIIME2 version? → skip Zenodo, train locally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training works for any version)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5 — Classifier Arranger  ·  5/14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PATH — STEP B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+ sha256-verify.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with curl/wget. Compute the file's sha256 with shasum / sha256sum and compare to the registry. A mismatch is treated as the download being corrupt.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 → DELETE the file and fall back to local training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(better wait 90 minutes than use an unknown artifact)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CLASSIFIER_SOURCE = zenodo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(saves Step 6 thirty to ninety minutes)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from a previous project → CLASSIFIER_SOURCE = cached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re-download)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5 — Classifier Arranger  ·  6/14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REGION-SPECIFIC PATH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GG2 backbone for local training.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we're going to train locally — either because region-specific mode, or because Zenodo didn't have a matching artifact — we download two reference files and stage them for Step 6.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&lt;gg2_ver&gt;.backbone.full-length.fna.qza (the sequences)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&lt;gg2_ver&gt;.backbone.tax.qza (the taxonomy strings)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in 5_classifier_working_dir/ so future projects re-use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5 — Classifier Arranger  ·  7/14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REGION-SPECIFIC PATH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ASV length distribution.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rep-seqs from Step 4, measure min/max ASV length. Step 6 needs that to extract the matching slice from the GG2 backbone before training.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 ASV length written to length_summary.txt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6's extract-reads slices GG2 to the same length distribution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 the trained classifier sees the same distribution it'll classify)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5 — Classifier Arranger  ·  8/14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868680" cy="8686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732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mbx_classifier_run_info.txt.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Step 6 needs to make the right decision, plus full provenance for the final report.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CLASSIFIER_MODE = region-specific | full-length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CLASSIFIER_SOURCE = zenodo | cached | local-training | local-training-fallback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QIIME2/sklearn versions, Zenodo URLs, sha256s, paths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794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(reviewer can reconstruct the exact classifier used)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5 — Classifier Arranger  ·  9/14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— AND WHY THEY ARE WHAT THEY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artifacts, sha256-verified.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321040" cy="310896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430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93008" y="11430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0368" y="114300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53896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45389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Zenodo record URL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93008" y="14538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zenodo.org/records/20021035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30368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DOI-backed, curated by the mbX Pro maintainers.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QIIME2 versions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93008" y="17647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2023.2 .. 2025.4 (8 rows)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30368" y="17647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release we maintain a pre-trained artifact for.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075688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756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GG2 release (older Q2)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93008" y="2075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2022.10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30368" y="20756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QIIME2 2023.x and 2024.2.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386584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386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GG2 release (newer Q2)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93008" y="23865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2024.09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30368" y="2386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QIIME2 2024.5+.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2697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algorithm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97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30368" y="26974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Tamper-evident; same as Zenodo publishes.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008376"/>
            <a:ext cx="8321040" cy="310896"/>
          </a:xfrm>
          <a:prstGeom prst="rect">
            <a:avLst/>
          </a:prstGeom>
          <a:solidFill>
            <a:srgbClr val="EAF2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00837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493008" y="30083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region-specific iff DETECTED|USER_SUPPLIED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0368" y="30083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Region-specific is faster + more accurate, but only safe when Step 0 confirmed.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19272"/>
            <a:ext cx="83210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319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precedence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493008" y="33192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zenodo → cached → local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30368" y="33192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Cheap-first, fall back silently.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5 — Classifier Arranger  ·  10/14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— AND WHY THEY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we degrade gracefully.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25603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TRIGGERS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080760" y="10058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 full-length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said TRIMMED or UNKNOWN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132588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primer/region anchor — region-specific would mis-align.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0500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0500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95072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 Zenodo entirely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5072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--skip-zenodo, offline, firewall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95072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training works without any network.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2984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2984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57556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matching Zenodo row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57556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QIIME2 version we haven't published for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57556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training works for any version.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5468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15468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20040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 mismatch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20040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was corrupt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320040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+ train locally. Never use an unknown artifact.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7952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77952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82524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cached artifact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382524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project downloaded 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82524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180 MB re-download.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404360"/>
            <a:ext cx="83210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404360"/>
            <a:ext cx="91440" cy="5334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450080"/>
            <a:ext cx="2743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local-training-fallback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74720" y="4450080"/>
            <a:ext cx="256032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found the Zenodo artifact unloadable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4450080"/>
            <a:ext cx="26974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it, train locally instead. Pipeline never aborts on Zenodo.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NEVER aborts because of a Zenodo problem. Worst case: longer wait.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5 — Classifier Arranger  ·  11/14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the reviewer can trust.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937760" y="1874520"/>
            <a:ext cx="3840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mbx_classifier_run_info.txt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22860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CLASSIFIER_MODE=full-length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CLASSIFIER_SOURCE=zenodo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QIIME2_VERSION=2025.4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SCIKIT_LEARN_VERSION=1.4.2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ZENODO_FILENAME=gg2-2024.09-full-length-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naive-bayes-qiime2-2025.4.qza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ZENODO_SHA256_EXPECTED=612075d935...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ZENODO_SHA256_ACTUAL=612075d935...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STATUS=COMPLETE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5 — Classifier Arranger  ·  12/14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457200"/>
            <a:ext cx="59436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065A82">
                    <a:alpha val="5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GG2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45720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0" y="12801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if we can verify it.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0" y="251460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Region-specific when primers are known.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pre-trained when QIIME2 version matches.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sha256-verified — or we fall back to 90-minute local training.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4114800"/>
            <a:ext cx="9144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42062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30-90 minutes per project, every project, with zero loss of scientific defensibility.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FURTHER READING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references, registry.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scripts/mbx_classifier_arranger.sh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Greengenes2: McDonald et al. (2024) Nature Biotechnology 42:715-718.  ·  Naive Bayes classifier: Bokulich et al. (2018) Microbiome 6:90.  ·  Pre-trained classifier record: zenodo.org/records/20021035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files in this folder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one-page handout.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5_classifier_arranger.html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same content, with copy buttons.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mbX Pro 1.5.0  ·  Step 5 — Classifier Arranger  ·  14/14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5 — Classifier Arranger</dc:title>
  <dc:subject>mbX Pro 1.5.0</dc:subject>
  <dc:creator>utsav lamichhane</dc:creator>
  <cp:lastModifiedBy>utsav lamichhane</cp:lastModifiedBy>
  <cp:revision>1</cp:revision>
  <dcterms:created xsi:type="dcterms:W3CDTF">2026-06-15T02:08:47Z</dcterms:created>
  <dcterms:modified xsi:type="dcterms:W3CDTF">2026-06-15T02:08:47Z</dcterms:modified>
</cp:coreProperties>
</file>