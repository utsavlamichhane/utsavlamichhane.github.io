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steps, one shareable document.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document. Self-contained. Skip-tolerant.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steps produced QZAs, XLSXs, PNGs, info.txt files. Useful individually — but no user wants to email 200 files. Step 18's job: assemble one HTML (and optionally PDF) that tells the story, embeds every key figure inline, surfaces every fall-back the pipeline took, and renders the available sections gracefully when some steps were skipped.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collaborator who only opens the HTML.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who scrutinises every default and fall-back.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future-you who has to remember what this run did.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which steps actually ran.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mbX_pro_outputs_&lt;TS&gt;/ directory. Categorise each step into DONE / PARTIAL / MISSING based on its info.txt.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STATUS=COMPLETE (or legacy info with no STATUS)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STATUS=PARTIAL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 but inner sub-work failed gracefully)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— no info file / no sentinel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discovery.json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source of truth for which sections to render)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cleanly on empty runs.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STEP_MAX_DONE &lt; 0 (nothing ran), exit with a clear message. Anything else — even 'only Step 0 ran' — produces a document.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error: nothing to report 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path: render whatever DID run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cover + per-step sections in 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htmltools assembles the HTML. Cover + intro + N per-step sections + convergence + caveats + methods + reproducibility.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title + run timestamp + per-step status banner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section_step*() function per step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 — section appears only if data exists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section in safe_section().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mbX Pro 1.4.0. If a section's renderer throws (corrupt XLSX, missing column), safe_section catches and substitutes an explanatory box.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one broken XLSX kills the whole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it: that section shows an explanation; rest still renders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ALWAYS produces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the last step. If they crash, the user has nothing.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them a partial report is always better than giving them an error trace.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every figure as base64.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PNG referenced becomes &lt;img src='data:image/png;base64,...'&gt;. Single-file shareability is the main UX win.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sees the plots without filesystem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 MB document; emailable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PNGs/SVGs remain on disk for publication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Step 14 × 16 × 17.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synthesis. Taxa significant in ANCOMBC2 AND important in Random Forest AND a network hub = robust biomarker.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ANCOMBC2 q &lt; 0.05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(compositionally-corrected differential abundance)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top-20 permutation importance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(predictive contribution)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top-10 % combined centrality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(ecological keystone)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→ 'robust biomarker' table at the top of the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every fall-back loud.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will ask: was Zenodo fallback used? Were samples NSTI-flagged? Was PERMANOVA dispersion-significant? The caveats section answers proactively.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CLASSIFIER_SOURCE = local-training-fallback?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mito/chloro removal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STATUS = REVIEW_REQUIRED?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13: PERMDISP traps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15: NSTI-flagged samples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PDF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→ weasyprint → wkhtmltopdf.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did not pass --no-pdf, try three rendering engines in order. PDF is for archiving; the HTML stays canonical.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--headless — best CSS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— lightweight, offline-capable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wkhtmltopdf — legacy fallback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available wins; failures fall through gracefully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info.txt; orchestrator emits run_manifest.json.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cross-step contract + the publication-grade reproducibility receipt that aggregates every step's info.txt + checksums.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mbx_final_report_info.txt — paths + verdicts + STATUS=COMPLETE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runs build_run_manifest.py right after Step 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run_manifest.json → publication supplementary materials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Self-contained. Skip-tolerant. Provenance-rich.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self-contained (base64 figures)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shareability.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PDF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--headless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CSS support.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fallbacks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weasyprint → wkhtmltopdf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available wins.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wrapper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safe_section() (mandatory)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single broken section kill the report.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ANCOMBC2 sig AND RF top-20 AND network hub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Conservative; meeting all three = robust.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embed resolution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at source DPI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re-rendering; use what the steps produced.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text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citable, every tool with version + ref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can copy into the manuscript.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info.txt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written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cross-step contract; run_manifest depends on it.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produce a document.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section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Step's data isn't present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gets 'skipped' box; rest of report still builds.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2880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safe_section() substitution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renderer throws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report would otherwise abort.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--no-pdf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opts 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423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can be slow on large reports.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2608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fallback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not installed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weasyprint, then wkhtmltopdf.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7472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'local-training-fallback'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used fallback path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says so; reviewers can audit.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02336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'REVIEW_REQUIRED'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verdict weak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069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sections still render with warning banner.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572000"/>
            <a:ext cx="9144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'STATUS=PARTIAL'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sub-work failed somewhere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4617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 carries the partial badge.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fall-back is silent. Every compromise the pipeline made appears in the document.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document.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mbXPro_final_report.html  (5-20 MB)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— logo + title + run timestamp + per-step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— what the pipeline does + how to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 to STEP 17 — one section per step that ran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— taxa significant in ANCOMBC2 + RF +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CAVEATS — NSTI flagging, PERMDISP, mito/chloro %, retention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— citable, every tool + version + 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REPRODUCIBILITY — versions + seed + threads + run_manifest.json link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mbXPro_final_report.pdf  (when not --no-pdf)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mbx_final_report_info.txt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steps → one document.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(figures inlined as base64).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safe_section() wraps every renderer.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section identifies robust biomarkers across ANCOMBC2 + RF + networks.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 no fall-back is hidden. Every compromise is in the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helpers,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scripts/mbx_final_report.sh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+ provenance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safe_section() wrapper: mbX Pro 1.4.0 (see CHANGELOG.md).  ·  run_manifest.json builder: scripts/lib/build_run_manifest.py.  ·  htmltools (R, CRAN) for HTML assembly.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18_final_report.html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18 — Final Report  ·  16/16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18 — Final Report</dc:title>
  <dc:subject>mbX Pro 1.5.0</dc:subject>
  <dc:creator>utsav lamichhane</dc:creator>
  <cp:lastModifiedBy>utsav lamichhane</cp:lastModifiedBy>
  <cp:revision>1</cp:revision>
  <dcterms:created xsi:type="dcterms:W3CDTF">2026-06-15T03:58:40Z</dcterms:created>
  <dcterms:modified xsi:type="dcterms:W3CDTF">2026-06-15T03:58:40Z</dcterms:modified>
</cp:coreProperties>
</file>