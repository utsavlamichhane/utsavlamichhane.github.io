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ezstat per-taxon stats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+ Dunn + BH, across every (level × variable).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taxa actually differ between groups?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showed what's there. Step 10 asks whether the differences are statistically real. Seven levels × N variables × hundreds of taxa = thousands of tests to run consistently. Done by hand, that's where humans make mistakes; mechanising it is the whole point.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vs compositional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is univariate — taxon-by-taxon.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(ANCOMBC2) does the same job compositionally — modelling all taxa together.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like seeing both views.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categorical metadata columns.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auto-detection as Step 9 — drop sample-id, numeric, singleton, all-unique. What remains is the set of comparisons we run.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enumeration burden on the 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Step 9's variable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9's plots + Step 10's stats live for the same set)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Step 8's seven level XLSX paths.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(level × variable) combination becomes one ezstat() call.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levels × N variables = total cell 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levels (e.g. species on shallow classification) auto-skipped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PER-TAXON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test.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taxon column in every (level × variable), pick a test based on the number of groups.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 → Wilcoxon rank-sum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(non-parametric; abundances are almost never normal)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groups → Kruskal-Wallis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(non-parametric ANOVA equivalent)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non-parametric? Microbiome data is heavy-tailed + zero-inflated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(Weiss et al. 2017 Microbiome 5:27)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parametric?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 relative abundances are: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Heavy-tailed (rare taxa dominate the tail)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Zero-inflated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Compositional (constrained to sum to 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Wilcoxon/KW are robust to all three.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p-values across taxa with BH.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taxa per level means hundreds of p-values per cell. Benjamini-Hochberg FDR controls the false discovery rate — the most powerful FDR procedure for correlated taxon panels.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p.adjust(p, method = 'BH')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(within each level × variable cell)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&gt; Bonferroni for correlated panels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(microbiome taxa are highly correlated)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p_adj ≤ 0.05 = significant by convention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can re-filter the XLSX with any threshold)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Dunn's test on KW hits — and compact letter displays.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KW finds a multi-group difference, we need to know WHICH pairs differ. Dunn's test is the standard non-parametric post-hoc; CLDs summarise the result for the boxplot.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Dunn within each significant taxon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(BH-adjusted again across pairs)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compact letter display via multcompView::multcompLetters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(Piepho 2004 JCGS 13:456-466)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sharing a letter = not significantly different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what the boxplot annotation in the final report shows)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XLSX per (level × variable).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Per-taxon KW stats, every significant pairwise comparison, the CLD summary, and a one-row level summary.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KW_&lt;level&gt;_by_&lt;variable&gt;.xlsx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(per-taxon p, p_adj, statistic)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Pairwise_&lt;level&gt;_by_&lt;variable&gt;.xlsx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(Dunn pairs for significant taxa)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CLD_Summary_&lt;level&gt;_by_&lt;variable&gt;.xlsx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(letter codes — used by boxplots)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Summary_KW_all_metrics_by_&lt;variable&gt;.xlsx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row per level)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+ BH + Dunn.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 groups)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Wilcoxon rank-sum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Non-parametric; abundances are almost never normal.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(3+ groups)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Kruskal-Wallis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ANOVA equivalent; same robustness.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on KW hits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Dunn's test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non-parametric post-hoc; matches KW assumptions.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Multiple-testing correction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Benjamini-Hochberg FDR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FDR for correlated taxon panels.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p_adj ≤ 0.05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convention; user can re-filter.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 algorithm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multcompView::multcompLetters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 implementation; widely cited.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filter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hides genuinely-low signals; trust BH.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run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seven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Step 9 — every level.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degenerate cells. Continue.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Wilcoxon (not KW)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has exactly 2 groups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tighter test than KW reduction.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all-zero taxa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 has zero in every sample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to test.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singleton-group cells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group has &lt; 2 samples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tests need ≥ 2 obs per group.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1-group-after-NA variables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 one group's samples dropped for NAs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compare.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13632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with N&lt;7 levels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level was empty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crash on a thin downstream level.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is logged with the exact cell + reason. The final report knows.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Per-taxon p + CLD for boxplots.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KW_genera_by_Treatment.xlsx  (excerpt)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          KW_chi2  p_value  p_adj_BH  significant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Bacteroides    12.41    0.0020   0.0118  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Lactobacillus   0.84    0.6582   0.6582   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Bilophila       7.92    0.0190   0.0451  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CLD_Summary_genera_by_Treatment.xlsx: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          A   B   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Bacteroides    a   ab  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Bilophila      a   b    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mechanised.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for 2 groups, Kruskal-Wallis for 3+.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Benjamini-Hochberg across taxa; Dunn on KW hits.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letter displays for the boxplot annotations.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cells, all variables, the same way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key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scripts/mbx_ezstat_all_levels_all_treatments.sh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FDR: Benjamini &amp; Hochberg 1995 JRSS-B 57:289-300.  ·  Dunn: Dunn 1964 Technometrics 6:241-252.  ·  CLD: Piepho 2004 JCGS 13:456-466.  ·  Non-parametric for microbiomes: Weiss et al. 2017 Microbiome 5:27.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10_ezstat.html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10 — ezstat per-taxon stats  ·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10 — ezstat per-taxon stats</dc:title>
  <dc:subject>mbX Pro 1.5.0</dc:subject>
  <dc:creator>utsav lamichhane</dc:creator>
  <cp:lastModifiedBy>utsav lamichhane</cp:lastModifiedBy>
  <cp:revision>1</cp:revision>
  <dcterms:created xsi:type="dcterms:W3CDTF">2026-06-15T03:39:10Z</dcterms:created>
  <dcterms:modified xsi:type="dcterms:W3CDTF">2026-06-15T03:39:10Z</dcterms:modified>
</cp:coreProperties>
</file>