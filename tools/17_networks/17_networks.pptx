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17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Networks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+ Spearman + Louvain — community as a graph.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are networks, not lists.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up to now treated taxa independently. But two taxa that consistently rise and fall together may share a niche; two that substitute for each other may be ecological alternatives. Networks make that structure visible: nodes = taxa, edges = significant positive (co-occurrence) or negative (co-exclusion) correlations. The trick: do it COMPOSITIONALLY — naive correlations on relative abundances are biased toward spurious negatives.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CLR + Spearman?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lightweight compositional-aware approach (Gloor et al. 2017).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SparCC is Python-only; SpiecEasi pulls heavy Bioconductor deps.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+ Spearman runs on stock CRAN.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decide global vs per-group networks.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Step 7's metadata + Step 8's seven cleaned XLSX. For each (level × variable), build one global network + one per-group network for each group ≥ --min-group-n samples.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= ecological backbone (all samples)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only when N ≥ 5 (default --min-group-n)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that, correlations are too noisy)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run: genus, family, species by default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levels biologists interpret as ecological units)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3/16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filter — drop the very rare taxa.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present in &lt; 30 % of samples (--prevalence-threshold) add noise without contributing signal to the correlation matrix.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0.30 by default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(adjust per project)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test count → less BH penalty later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power for the taxa that survive)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4/16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Pseudocount + Centred Log-Ratio.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pseudocount = 1 (handle log(0)), then CLR per sample. The unit-sum constraint of compositional data is removed; two CLR values can both go 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CLR(x_i) = log( x_i / g(x) 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 = geometric mean per sample)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CLR, the data behaves like continuous unconstrained variables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Pseudocount = 1 — small enough to barely affect, eliminates log(0)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fixes the bias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correlations on relative abundances → if A goes up, B+C+D must go down → spurious negatives.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removes the constraint → correlations reflect actual co-variation.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5/16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rank correlation pair-wise.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handles the heavy tails CLR-transformed data carries without an explicit normality assumption.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across every pair of taxa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× (N-1) / 2 tests)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Cached: matrix re-used on re-runs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6/16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Benjamini-Hochberg across the matrix.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pairs = serious multiple-testing problem. BH-adjust the entire matrix.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across all pairwise tests jointly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FDR control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7/16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EDGES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|ρ| ≥ 0.30 AND q ≤ 0.05.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filters are necessary. Low ρ + tiny q (big N) = real but biologically trivial. High ρ + non-sig q = suggestive but underpowered.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threshold = 0.30 — biological-significance floor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threshold = 0.05 — statistical-significance floor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sign preserved (positive = co-occurrence, negative = co-exclusion)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8/16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METRICS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igraph. Compute per-node + Louvain modules.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graph; per-node degree + betweenness + hub_score; Louvain modularity-maximisation for module detection.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— count of edges per taxon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— how often this taxon lies on shortest paths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score — eigenvector-based 'connected to well-connected taxa'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— greedy modularity maximisation → ecological guilds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(Blondel et al. 2008)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9/16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10 % by combined centrality.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Sum-normalise degree + betweenness + hub_score; take the top 10 %. These are 'keystone-suspect' taxa.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of three orthogonal centrality notions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10 % by default; opt-in to 5 % via --hubs-fraction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hub_taxa.xlsx → biomarker shortlist worth following up 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10/16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differences in network structure.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per-group networks exist: density, modularity, hub-overlap Jaccard across groups. Did the treatment change the network?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n_nodes / n_edges / density per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per group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(tightness of community structure)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Hub-Jaccard across groups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hubs stay the same?)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plot side-by-side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visual 'did treatment shift the structure?')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11/16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+ reproducible.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26728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0286"/>
            <a:ext cx="8321040" cy="26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10286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10286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CLR + Spearman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10286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lightweight compositional-aware (Gloor 2017).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677572"/>
            <a:ext cx="8321040" cy="26728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677572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677572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genus, family, species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677572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Ecologically interpretable units.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944858"/>
            <a:ext cx="8321040" cy="26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44858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group 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1944858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1944858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5, correlations too noisy.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12145"/>
            <a:ext cx="8321040" cy="26728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212145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threshold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212145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212145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rare taxa adding noise.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479431"/>
            <a:ext cx="8321040" cy="26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479431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Pseudocount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479431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479431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CLR on count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746717"/>
            <a:ext cx="8321040" cy="26728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746717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threshold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2746717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2746717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Biological-significance floor.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014003"/>
            <a:ext cx="8321040" cy="26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014003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threshold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014003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014003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floor.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281289"/>
            <a:ext cx="8321040" cy="26728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281289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Multiple-testing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281289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Benjamini-Hochberg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281289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FDR.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548575"/>
            <a:ext cx="8321040" cy="26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548575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93008" y="3548575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Louvain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3548575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greedy modularity max.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815862"/>
            <a:ext cx="8321040" cy="26728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815862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metric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493008" y="3815862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 + betweenness + hub_score, top 10 %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30368" y="3815862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orthogonal centrality views.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083148"/>
            <a:ext cx="8321040" cy="26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083148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493008" y="4083148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Fruchterman-Reingold, MBX_PLOT_SEED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230368" y="4083148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across re-runs.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50434"/>
            <a:ext cx="8321040" cy="26728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4350434"/>
            <a:ext cx="274320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formats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493008" y="4350434"/>
            <a:ext cx="155448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+ PDF + GraphML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230368" y="4350434"/>
            <a:ext cx="3474720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GraphML for interactive Cytoscape exploration.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12/16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when noisy. Cache when expensive.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per-group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&lt; --min-group-n samples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noisy; global still runs.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a level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taxa after prevalence filter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correlate.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Disk-discovery for cleaned XLSX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info file missing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canonical filename.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Hubs = top 5 %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--hubs-fraction 0.05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for sparse networks.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13632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cached correlation matrix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run produced 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matrix computation on re-runs.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GraphML output opens in Cytoscape for interactive exploration beyond the static plots.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13/16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Per-network metrics + hub shortlist.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network_summary.xlsx + hub_taxa.xlsx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            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n_nodes             142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n_edges             487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            0.049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n_modules          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modularity          0.418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n_positive_edges    312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n_negative_edges    175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hub_taxa.xlsx (top 10 % combined centrality)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edges.tsv + nodes.tsv + modules.tsv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network.graphml (Cytoscape-friendly)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network_plot.png/pdf + multi_panel_plot.png/pdf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14/16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as a graph.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+ Spearman handles compositionality correctly.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modules ≈ ecological guilds.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taxa = keystone-suspect species worth following up 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step that treats the community as a network rather than a list.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key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scripts/mbx_network_run.sh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+ Spearman: Gloor et al. 2017 Front Microbiol 8:2224.  ·  Louvain: Blondel et al. 2008 J Stat Mech P10008.  ·  igraph: Csárdi &amp; Nepusz 2006.  ·  FR layout: Fruchterman &amp; Reingold 1991.  ·  Cytoscape: Shannon et al. 2003 Genome Res 13:2498.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17_networks.html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17 — Co-occurrence Networks  ·  16/16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17 — Co-occurrence Networks</dc:title>
  <dc:subject>mbX Pro 1.5.0</dc:subject>
  <dc:creator>utsav lamichhane</dc:creator>
  <cp:lastModifiedBy>utsav lamichhane</cp:lastModifiedBy>
  <cp:revision>1</cp:revision>
  <dcterms:created xsi:type="dcterms:W3CDTF">2026-06-15T03:56:06Z</dcterms:created>
  <dcterms:modified xsi:type="dcterms:W3CDTF">2026-06-15T03:56:06Z</dcterms:modified>
</cp:coreProperties>
</file>