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× PERMANOVA + PERMDISP + Adonis.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are these samples from each other?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asked 'how diverse is each sample?'. Beta asks 'do treatment groups cluster apart?' Three pieces: a distance matrix (per pair), an ordination (PCoA — 2-D projection), and a significance test (is between-group dissimilarity bigger than within-group by more than chance?). Four metrics × two tests = a robust answer no reviewer can dismiss as metric-cherry-picking.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 — abundance, non-phylogenetic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— presence, non-phylogenetic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UniFrac — abundance + phylogeny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UniFrac — presence + phylogeny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Step 11 + inherit Step 12's rarefied table.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 as Step 12 (READY_FOR_DIVERSITY=yes). Reuse the rarefied_table.qza Step 12 already produced — no double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= yes (else --force)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rarefied_table from Step 12's info 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double rarefaction)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four distance matrices.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diversity beta + beta-phylogenetic. Four metrics span (abundance vs presence) × (non-phylogenetic vs phylogenetic).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 — most-reported in microbiome 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(abundance-aware)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— does it share taxa, ignoring how many?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(presence/absence)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UniFrac — phylogeny + abundance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(Lozupone &amp; Knight 2005)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UniFrac — pure phylogenetic dissimilarity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four?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robust across all four can't be dismissed as metric cherry-picking.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expect this comparison routinely.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PERMANOVA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difference, by permutation.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diversity beta-group-significance. Tests whether the centroid of each group's samples differs in the distance space; p computed by permuting group labels 999 times.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F, R², p (permutation-based)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PERMANOVA when &gt; 2 groups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 pair differs?)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permutations — QIIME2 default; stable 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PERMDISP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check.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can spuriously reject the null when one group is tight + the other is diffuse — it sees the centroids as different even when they aren't. PERMDISP catches that artifact.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homogeneity of multivariate dispersions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(Anderson 2006 Biometrics 62:245)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PERMDISP significant → PERMANOVA result is suspect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report flags this)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distance-to-centroid visualises the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ADONIS — CONFOUNDERS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Multivariable PERMANOVA with Type-III SS.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diversity adonis. Models metadata as a formula; rules out confounders. Type III sums of squares mean variable order doesn't change the test.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rows: each variable alone vs distance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Multivariable: all variables together — 'after controlling for'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(catches the sex/age/batch confounder case)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 SS = order-independent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+ heatmap + UPGMA dendrogram.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views of the same distance matrix per metric. The user picks whichever speaks to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— 2-D projection (PNG/SVG) + 3-D Emperor (QZV)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(canonical ordination view)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heatmap — full pairwise matrix, samples grouped by treatment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UPGMA dendrogram — hierarchical clustering 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Distance-to-centroid boxplot — the visual PERMDISP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mbx_beta_diversity_info.txt.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+ every result file, the four-metric × N-variable matrix, the rarefaction depth used, STATUS=COMPLETE.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PERMANOVA/PERMDISP XLSX paths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Adonis multivariable + univariate XLSX paths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+ heatmap + dendrogram PNG paths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metrics. Two tests. PERMDISP catches the trap.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Bray-Curtis, Jaccard, w/u-UniFrac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abundance × phylogeny — finding robust across all 4 is rock-solid.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depth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Step 11 (via Step 12)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permutations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default; stable 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PERMDISP permutations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PERMANOVA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when &gt; 2 groups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always want the pair-level breakdown.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Adonis SS type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III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Variable-order-independent.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dimensions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for 2-D PNG + Emperor 3-D.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formats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+ SVG always; PDF on flag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941064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941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Threads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3008" y="3941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MBX_SEED / MBX_THREADS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+ parallelism, one source each.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Step 11. Flag PERMDISP trap.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 to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 = 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 as Step 12.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UniFrac metrics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missing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 + Jaccard still run.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a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groups after NA filter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needs ≥ 2 obs per group.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PERMDISP trap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PERMDISP p &lt; 0.05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says 'PERMANOVA result may reflect dispersion, not centroid'.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distance matrices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run produced them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for re-run speed.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that survives all four metrics AND Adonis with covariates is publication-grade.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Four-metric PERMANOVA per variable.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PERMANOVA_results_Treatment.xlsx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          n_groups  F     R²     p     p_adj  sig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Bray-Curtis       3         4.81  0.174  0.001 0.001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Jaccard           3         2.92  0.118  0.014 0.018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UniFrac  3         5.66  0.197  0.001 0.001 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unweighted UniFrac 3        3.41  0.131  0.005 0.007 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Pairwise_PERMANOVA_Treatment.xlsx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PERMDISP_results_Treatment.xlsx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Adonis_multivariable_PERMANOVA.xlsx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PCoA_*.png, Distance_heatmap_*.png, UPGMA_dendrogram_*.png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× two tests + covariates.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Bray-Curtis, Jaccard, weighted UniFrac, unweighted UniFrac.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for centroid; PERMDISP for dispersion.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Adonis for confounders. Reviewer-proof.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signal survives all four metrics AND Adonis, it's real.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four key papers.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scripts/mbx_beta_diversity_run.sh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PERMANOVA: Anderson 2001 Austral Ecol 26:32.  ·  PERMDISP: Anderson 2006 Biometrics 62:245.  ·  Bray-Curtis: Bray &amp; Curtis 1957 Ecol Monogr 27:325.  ·  UniFrac: Lozupone &amp; Knight 2005 AEM 71:8228.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13_beta_diversity.html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13 — Beta Diversity  ·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13 — Beta Diversity</dc:title>
  <dc:subject>mbX Pro 1.5.0</dc:subject>
  <dc:creator>utsav lamichhane</dc:creator>
  <cp:lastModifiedBy>utsav lamichhane</cp:lastModifiedBy>
  <cp:revision>1</cp:revision>
  <dcterms:created xsi:type="dcterms:W3CDTF">2026-06-15T03:46:09Z</dcterms:created>
  <dcterms:modified xsi:type="dcterms:W3CDTF">2026-06-15T03:46:09Z</dcterms:modified>
</cp:coreProperties>
</file>