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DADA2 Denoising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reads become biology — ASVs, not OTUs.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are noisy. Real biology is exact.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makes about 1 wrong base per 1,000 in the best part of a read, worse near the back. Old pipelines clustered reads at 97% similarity (OTUs) and hoped the noise averaged out. DADA2 instead models the actual error process and resolves Amplicon Sequence Variants (ASVs) — exactly-resolved DNA, single-nucleotide-comparable across studies.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ASVs over OTUs?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Single-nucleotide resolution.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across studies (the sequence IS the identifier).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arbitrary similarity threshold to defend.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Callahan et al. 2017 ISME J — the field has moved.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4 — DADA2 Denoising  · 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metadata file.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metadata has the structure DADA2 (and every later step) expects. Catch mismatches BEFORE DADA2 even starts — they would silently break every metadata-aware command downstream.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row + first column = sample-id (or QIIME2 synonym)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sample DADA2 will process appears in the metadata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phantom-sample bug downstream)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4 — DADA2 Denoising  · 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parameters from Step 3.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four --p-* numbers from dada2_parameters.txt — the four numbers Step 3's algorithm picked. We never override them.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--p-trim-left-f / --p-trim-left-r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(where to chop off the front of each read)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--p-trunc-len-f / --p-trunc-len-r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(where to stop reading the back of each read)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reads INSERT_LENGTH_USED + any FALLBACK_REASONS for the final report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4 — DADA2 Denoising  · 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threads.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DADA2 is embarrassingly parallel across samples — more threads ≈ linear speedup. We use MBX_THREADS if the orchestrator set it, else nproc / sysctl, else 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MBX_THREADS (from mbXPro --threads 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source of truth)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nproc (Linux) / sysctl (macOS)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resort: 1 thread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(slower but always works)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4 — DADA2 Denoising  · 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— INSIDE QIIME DADA2 DENOISE-PAIRED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→ learn error model → denoise → merge → de-chimera.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DADA2 R algorithm runs here, in five sub-stages.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Filter + trim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(apply trim-left, trunc-len, max-ee = 2.0)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Learn the error model EMPIRICALLY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(P(true base → observed base | quality) — no assumptions)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Denoise — is this read a real variant or a corrupted copy of an abundant one?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(iterated to stability)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Merge forward + reverse via the overlap Step 3 guaranteed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7365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Consensus chimera removal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(PCR-stitched recombinants dropped)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empirical?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sequencing run has slightly different error rates.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the actual reads beats any baked-in assumption.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DADA2 paper's central contribution.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4 — DADA2 Denoising  · 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three QZV visualisations.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QZV = QIIME2 Visualisation = interactive HTML the user opens in a browser. Without these, sanity-checking the run would mean unzipping the QZA artifacts by hand.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dada2_stats.qzv — per-sample retention table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 → filtered → denoised → merged → non-chimeric)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feature_table.qzv — read-count distribution + frequency histogram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representative_sequences.qzv — searchable ASV table with BLAST links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4 — DADA2 Denoising  · 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DADA2's own paper-recommended numbers.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trim-left / trunc-len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Step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is the single source of truth — never overridden here.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max-ee-f / max-ee-r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DADA2 paper's own default — ≈ 2 wrong bases allowed over the kept length.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trunc-q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cap: truncate at the first base with Q ≤ 2 ('we have no idea').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chimera-method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consensus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than per-sample 'pooled' — tags chimeric only when across-sample consensus says so.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min-fold-parent-over-abundance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Putative chimera parent must be ≥ as abundant as the chimera.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n-reads-learn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1,000,000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default — enough to fit the error model robustly.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19272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n-threads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319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MBX_THREADS / nproc / 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319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Embarrassingly parallel across samples.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4 — DADA2 Denoising  · 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trust Step 3 and Step 1.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MBX_THREADS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passed --threads 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the whole pipeline.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Auto-detect threads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run standalone, no orchestrator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nproc / sysctl give a sensible default.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metadata-only samples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has rows that aren't in the artifact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but continue — those samples just aren't analysed.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55264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 TRIMMED → trim-left = 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detected pre-trimmed reads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second-guess upstream decisions.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4's whole job is to apply Step 3's decisions correctly. Compromises live in Step 3.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4 — DADA2 Denoising  · 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retention is the diagnostic.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dada2_stats.qzv  (sample retention)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sample-id   input   filtered  denoised  merged  non-chimeric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SampleA     24,118  23,201    22,045    18,455  17,902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SampleB     19,732  19,011    18,200    14,338  13,991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 run: ≥ 70 % retained through non-chimeric.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 drop at 'filtered' → truncation too aggressive.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 drop at 'merged'   → overlap too short (Step 3 bug).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 drop at 'chimera'  → PCR over-cycled.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4 — DADA2 Denoising  · 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ASV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Single-nucleotide resolution.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DADA2 models the actual Illumina error process,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denoises each sample to exactly-resolved ASVs,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merges + de-chimeras — single-nucleotide-comparable across studies.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step where reads become biology.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papers, plugin.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scripts/mbx_dada2_run.sh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DADA2 + ASV papers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Callahan et al. (2016) Nature Methods 13:581-583 (DADA2) · Callahan et al. (2017) ISME J 11:2639-2643 (ASVs over OTUs)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4_dada2_run.html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4 — DADA2 Denoising  ·  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4 — DADA2 Denoising</dc:title>
  <dc:subject>mbX Pro 1.5.0</dc:subject>
  <dc:creator>utsav lamichhane</dc:creator>
  <cp:lastModifiedBy>utsav lamichhane</cp:lastModifiedBy>
  <cp:revision>1</cp:revision>
  <dcterms:created xsi:type="dcterms:W3CDTF">2026-06-15T02:06:22Z</dcterms:created>
  <dcterms:modified xsi:type="dcterms:W3CDTF">2026-06-15T02:06:22Z</dcterms:modified>
</cp:coreProperties>
</file>