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Builder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naming conventions meet the metadata.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can't read FASTQs without a map.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ships with FIVE different naming conventions (R1/R2, _1/_2, READ1/READ2, fwd/rev, single). A mislabeled direction or a sample mismatch between FASTQ and metadata silently breaks every downstream step. The manifest builder's only job is to never let that happen.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conventions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R1/R2 — Illumina default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_1/_2 — SRA / ENA archives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READ1/READ2 — some vendors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forward/reverse — older pipelines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 — single-end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FASTQ directory.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*.fastq.gz / *.fq.gz / *.fastq / *.fq. Default search is the given dir + one level up + one level down.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recognised extensions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four spellings every common pipeline produces)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of sibling + child 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(forgiving when the user keeps FASTQs in a sub-folder)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writes inside the FASTQ dir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(treats raw data as read-only)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filename via regex cascade.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Python helper applies the patterns in priority order — most-specific to least-specific. The same classifier Step 0 uses, so the two steps cannot disagree.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R1/R2 — checked first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(Illumina default)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_1/_2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(SRA / ENA convention)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READ1/READ2 → forward/reverse → single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(falling through to single-end if nothing matches)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as Step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is shared verbatim with Step 0's primer-identifier so the two can never disagree about which file is which direction.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the sample ID.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direction marker. SampleA_R1_001.fastq.gz → SampleA_001 → SampleA. Conservative stripping: lane/chunk suffixes only dropped if uniqueness survives.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marker stripped from filename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(_R1, _R2, .forward, .reverse, etc.)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 lane suffixes dropped only if uniqueness holds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(_L001, _001 collapse cautiously)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sample against the metadata.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metadata file is supplied, read its first column and match every FASTQ sample-id against it. Exact match wins; unique case-insensitive match adopts the metadata's spelling.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→ accept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case-insensitive match → adopt metadata casing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(catches the most common merge bug)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metadata row → HARD ERROR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(would silently vanish downstream — never let that happen)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row with no FASTQ → warn but continue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should know but it's not fatal)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DIRECTORY-LEVEL VERDICT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Paired-end vs single-end.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 is paired-end if and only if EVERY sample has both forward and reverse. Mixed mode (some paired, some single) is rejected.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rule for paired-end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(prevents the broken-delivery scenario)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mode = almost always a missing-file mistake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(continuing would import direction-mislabeled samples)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QIIME2-compatible TSV.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Tab-separated, absolute paths, so QIIME2 can find the files regardless of working directory. Output goes to 1_manifest_file/manifest.txt.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paths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(QIIME2 is run from anywhere)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signals paired vs single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2 reads it to pick the right import command)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written inside the FASTQ dir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 goes to the sibling mbX_pro_outputs_&lt;TS&gt;/)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are not arbitrary.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extensions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.fastq.gz / .fq.gz / .fastq / .fq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common spelling. .bam/.cram need a different import path.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depth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+ child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both top-level and sub-folder FASTQ layouts.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Name-pattern priority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R1/R2 → _1/_2 → READ1/READ2 → fwd/rev → single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Most-specific first so ambiguous names can't double-match.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Sample-ID matching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exact, then unique case-insensitive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casing bugs without inviting silent collisions.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&lt;parent&gt;/mbX_pro_outputs_&lt;TS&gt;/1_manifest_file/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inside the FASTQ folder — raw data stays read-only.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paired+single dirs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a delivery error; continuing would silently mislabel.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failures. No silent merges.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siblings + children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pointed at a directory of sub-folders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shared-storage layout; easier than re-aiming.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 metadata casing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sample matches metadata only after case-fold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most common merge-failure mode.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 mixed mode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samples paired, others single-end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would silently drop or mislabel.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Hard-fail on missing metadata row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 sample has no metadata entry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is a phantom 'missing sample' downstream.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prints the exact filenames involved and the line of metadata that wasn't matched.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QIIME2 sees.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1_manifest_file/manifest.txt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	forward-absolute-filepath	reverse-absolute-filepath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	/abs/.../SampleA_R1_001.fastq.gz	/abs/.../SampleA_R2_001.fastq.gz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	/abs/.../SampleB_R1_001.fastq.gz	/abs/.../SampleB_R2_001.fastq.gz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SampleC	/abs/.../SampleC_R1_001.fastq.gz	/abs/.../SampleC_R2_001.fastq.gz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loudly. Match exactly.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vendor naming conventions meet one user metadata file.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consistency check is designed to break at the seam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let a silent bug ride through to the final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consistency check at this step exists because someone, somewhere, got the wrong answer when it wasn't there.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format spec,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scripts/create_manifest.sh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import-manifest specification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https://docs.qiime2.org/2025.4/tutorials/importing/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 that mirrors what I said.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1_create_manifest.html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 on every code block.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1 — Manifest Builder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 — Manifest Builder</dc:title>
  <dc:subject>mbX Pro 1.5.0</dc:subject>
  <dc:creator>utsav lamichhane</dc:creator>
  <cp:lastModifiedBy>utsav lamichhane</cp:lastModifiedBy>
  <cp:revision>1</cp:revision>
  <dcterms:created xsi:type="dcterms:W3CDTF">2026-06-15T01:59:44Z</dcterms:created>
  <dcterms:modified xsi:type="dcterms:W3CDTF">2026-06-15T01:59:44Z</dcterms:modified>
</cp:coreProperties>
</file>