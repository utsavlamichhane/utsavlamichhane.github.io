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1097280"/>
            <a:ext cx="4572000" cy="640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0" b="1" dirty="0">
                <a:solidFill>
                  <a:srgbClr val="065A82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  /  mbX Pro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Creator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QIIME2 import command — but the right one.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160520"/>
            <a:ext cx="13716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release  ·  University talk  ·  mbX Pro 1.5.0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STEP EXISTS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QIIME2 lives inside .qza artifacts.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dataset, every intermediate, every result is a typed, provenance-tracked .qza file. Getting from FASTQ to .qza is exactly one command — qiime tools import — but the command has two flavours (paired vs single-end). Using the wrong flavour produces a cryptic error from QIIME2 about the manifest format.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246120" cy="3291840"/>
          </a:xfrm>
          <a:prstGeom prst="rect">
            <a:avLst/>
          </a:prstGeom>
          <a:solidFill>
            <a:srgbClr val="EAF2F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23560" y="1325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.qza?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type-checking — every step knows what kind of data it's getting.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provenance — every artifact carries a chain back to the original input.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— re-running with the same inputs gives bit-identical outputs.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2 — Artifact Creator  ·  2/12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manifest exists and looks valid.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Step 1's manifest is present and its first line is a valid header. Refuse empty files (QIIME2's own error would be unhelpful).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exists, non-empty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surprise mid-run)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line is a recognised manifest header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291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(catches 'user pointed at a FASTQ by mistake')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2 — Artifact Creator  ·  3/12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Paired-end or single-end from the header.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tab-separated columns on the first line — that alone tells us which flavour of qiime tools import to use.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249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51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columns → paired-end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(sample-id + forward + reverse)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2278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54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columns → single-end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337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(sample-id + absolute-path)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73075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657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else → error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3840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(Step 1 wrote one of the two; anything else is corruption)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852160" y="2743200"/>
            <a:ext cx="2880360" cy="1965960"/>
          </a:xfrm>
          <a:prstGeom prst="rect">
            <a:avLst/>
          </a:prstGeom>
          <a:solidFill>
            <a:srgbClr val="EAF2F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Step 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89320" y="3154680"/>
            <a:ext cx="26517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already enforced 'all paired' or 'all single' at the directory level.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just has to use the matching QIIME2 type string.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2 — Artifact Creator  ·  4/12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QIIME2 conda environment is active.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qiime is not on PATH, print the exact 'conda activate qiime2-amplicon-2025.4' command and exit cleanly.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Friendlier than QIIME2's own 'qiime: command not found'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(tells the user the exact fix)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Exits clean (no half-run artifact left behind)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291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(idempotent re-run is safe)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2 — Artifact Creator  ·  5/12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the matching import command.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QIIME2 type strings, two view formats. The script picks one and assembles the command.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Paired: SampleData[PairedEndSequencesWithQuality] + PairedEndFastqManifestPhred33V2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Single: SampleData[SequencesWithQuality] + SingleEndFastqManifestPhred33V2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= the manifest format Step 1 writes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18795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114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Phred+33 = the encoding every current sequencer produces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4297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Phred+64 — that's a 2009 problem)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2 — Artifact Creator  ·  6/12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(or print, in --dry-run).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qiime tools import. In --dry-run mode, just print the command instead of executing it.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--dry-run mode is great for talks like this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(shows the exact command without spending a minute on import)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run writes the .qza next to the manifest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lands at 2_first_artifact_file/Paired_End_artifact.qza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3794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exact path Step 3 expects)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2 — Artifact Creator  ·  7/12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— AND WHY THEY ARE WHAT THEY ARE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type strings. Two view formats.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321040" cy="310896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430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93008" y="11430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30368" y="114300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453896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45389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type (paired)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93008" y="145389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SampleData[PairedEndSequencesWithQuality]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230368" y="14538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QIIME2-mandated type string.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1764792"/>
            <a:ext cx="8321040" cy="31089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176479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type (single)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93008" y="176479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SampleData[SequencesWithQuality]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230368" y="17647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QIIME2-mandated type string.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075688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0756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view (paired)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93008" y="20756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PairedEndFastqManifestPhred33V2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230368" y="207568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= Step 1's format. Phred+33 = every current sequencer.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386584"/>
            <a:ext cx="8321040" cy="31089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238658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view (single)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93008" y="238658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SingleEndFastqManifestPhred33V2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230368" y="238658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idea, single-end.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2697480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2697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filename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93008" y="26974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Paired_End_artifact.qza / Single_End_artifact.qza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230368" y="26974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names Step 3 looks for.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008376"/>
            <a:ext cx="8321040" cy="31089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30083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directory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493008" y="300837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2_first_artifact_file/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230368" y="300837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mbX_pro_outputs_&lt;TS&gt;/ tree as everything else.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2 — Artifact Creator  ·  8/12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FALLBACKS — AND WHY THEY EXIST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soft failure modes.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321040" cy="256032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05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0" y="10058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TRIGGERS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80760" y="10058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EXISTS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80160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32588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 single-end from header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13258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has 2 columns instead of 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80760" y="132588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already validated consistency — we just use the matching type.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938528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1938528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198424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--dry-run mode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198424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passed --dry-run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80760" y="1984248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exact command without spending a minute on import.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596896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596896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64261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qiime not on PATH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264261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outside their QIIME2 conda env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80760" y="2642616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exact 'conda activate' command and exit clean.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4805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is small — but every fallback is loud, never silent.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2 — Artifact Creator  ·  9/12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 the .qza?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937760" y="1874520"/>
            <a:ext cx="3840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7492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Paired_End_artifact.qza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74920" y="22860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(it's a zip archive — rename .zip to peek inside)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SampleA_R1.fastq.gz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SampleA_R2.fastq.gz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MANIFEST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metadata.yaml      (type, format, UUID)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provenance/        (which command produced this)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2 — Artifact Creator  ·  10/12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82880" y="457200"/>
            <a:ext cx="59436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0" b="1" dirty="0">
                <a:solidFill>
                  <a:srgbClr val="065A82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qza</a:t>
            </a:r>
            <a:endParaRPr lang="en-US" sz="32000" dirty="0"/>
          </a:p>
        </p:txBody>
      </p:sp>
      <p:sp>
        <p:nvSpPr>
          <p:cNvPr id="3" name="Text 1"/>
          <p:cNvSpPr/>
          <p:nvPr/>
        </p:nvSpPr>
        <p:spPr>
          <a:xfrm>
            <a:off x="457200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128016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command, but the right one — every time.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0" y="251460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 lines of bash wrap exactly one QIIME2 command.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wrapper exists because the correct command is two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commands depending on paired vs single-end.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4114800"/>
            <a:ext cx="9144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42062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once, run once, never the wrong import.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FURTHER READING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format spec, references.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code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scripts/artifact_creator.sh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5603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QIIME2 import documentation + paper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https://docs.qiime2.org/2025.4/tutorials/importing/  ·  Bolyen et al. (2019), Nature Biotechnology 37:852-857.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3749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files in this folder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0690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one-page handout that mirrors what I said.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2_artifact_creator.html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same content, with copy buttons on every code block.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2 — Artifact Creator  ·  12/12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2 — Artifact Creator</dc:title>
  <dc:subject>mbX Pro 1.5.0</dc:subject>
  <dc:creator>utsav lamichhane</dc:creator>
  <cp:lastModifiedBy>utsav lamichhane</cp:lastModifiedBy>
  <cp:revision>1</cp:revision>
  <dcterms:created xsi:type="dcterms:W3CDTF">2026-06-15T02:01:41Z</dcterms:created>
  <dcterms:modified xsi:type="dcterms:W3CDTF">2026-06-15T02:01:41Z</dcterms:modified>
</cp:coreProperties>
</file>