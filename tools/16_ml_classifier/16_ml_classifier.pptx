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Biomarkers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'which taxa differ?' to 'which taxa predict?'.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≠ predictive.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(KW) and Step 14 (ANCOMBC2) answer 'which taxa differ between groups?'. Step 16 answers the matching predictive question: 'can we PREDICT the group from the taxa?' A taxon flagged by ANCOMBC2 that doesn't help the classifier might be a false positive. A taxon the classifier needs but ANCOMBC2 missed might be a non-linear / interaction effect.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non-linearity, non-normal + compositional data, small 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permutation importance.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field-default microbiome ML choice.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2/15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Steps 7 + 8 contracts.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mbx_taxonomy_info.txt (metadata path) and mbx_ezclean_info.txt (seven cleaned XLSX paths). Refuse without both.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Step 8's cleaned XLSX per level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(samples × taxa wide, plus metadata columns)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Step 7's canonical path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3/15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categorical variables.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auto-detection as Steps 9/10/12. Sample-id, numeric-only, singleton, all-unique — dropped.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is the set of classification targets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enumeration burden on the 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4/15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 5-fold stratified or LOOCV.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Microbiome studies are small-N. 5-fold on N=12 means 2-sample test folds — noisier than the model. Switch to LOOCV in that regime.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≥ 20 → 5-fold STRATIFIED CV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(small groups stay represented in every fold)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&lt; 20 → LOOCV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sample held out exactly once)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per (level × variable) automatically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5/15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 Random Forest per fold.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trees, permutation importance, probability output. Class imbalance handled via case.weights inverse to class frequency.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 — fast RF (Wright &amp; Ziegler 2017)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 — empirical sweet spot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(more rarely changes accuracy; fewer increases variance)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case.weights ∝ 1 / class frequency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(stops the classifier from gaming majority-class accuracy)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 weights?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Microbiome studies often have unequal group sizes.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weighting, RF can hit 80% accuracy by always guessing the majority class.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case.weights forces it to actually learn the minority class.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6/15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AUC + F1 + confusion matrix + ROC.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(level × variable) run: every metric a reviewer expects to see.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fraction of test predictions matching truth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Macro-averaged AUC — average of one-vs-rest ROC AUCs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(robust to class imbalance)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sensitivity / specificity / F1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heatmap + ROC curves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7/15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— not Gini.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feature: permute its values in the out-of-bag samples, measure accuracy drop. Bigger drop = more important. Unbiased; Gini favours high-cardinality features.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Strobl et al. 2007 BMC Bioinf 8:25 — why Gini is biased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feature_importance.xlsx + top20_importance.png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'biomarker' shortlist comes from here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8/15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Saabas SHAP-equivalent per-sample contributions.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Per-tree decomposition of each prediction into a sum of feature contributions. Same per-sample interpretability as TreeSHAP, much cheaper.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× per-feature contribution matrix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Heatmap: top features driving each sample's prediction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Skippable via --skip-shap when N × features is huge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9/15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Per-variable summary across the 7 levels.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the (level × variable) runs into Summary_RF_&lt;Variable&gt;.xlsx — the canonical 'which level is most predictive?'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level: accuracy, AUC, F1, n_features, runtime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user say 'at the genus level we hit 88% AUC'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classifiers across taxonomic resolutions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10/15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Small-N-aware. Honest importance.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 (ranger)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non-linearity, non-normal, small 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sweet spot; more rarely helps.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5-fold stratified (N≥20) or LOOCV (N&lt;20)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Auto-selected per cell.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case.weights ∝ 1/freq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majority-class gaming.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permutation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Unbiased; Gini favours high-cardinality features.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Saabas SHAP-equivalent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× feature; the cheap tree-friendly SHAP.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MBX_SEED, L'Ecuyer-CMRG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(parallel safe).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630168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630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630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MBX_THREADS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630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11/15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N. Imbalance. Slow SHAP.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LOOCV instead of 5-fold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&lt; 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gives 2-sample folds — noisier than the model.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0500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0500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5072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cell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5072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valid groups / &lt; 5 samples per group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5072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data to train.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2984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2984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57556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Class-weight balancing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57556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class ≥ 2× min class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57556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majority-class gaming.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15468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20040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SHAP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0040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--skip-shap when N × features is huge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20040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Saabas is O(N × features); user can opt out.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7952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77952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2524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 cached RDS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82524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trained model at expected path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82524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expensive sub-step on re-runs.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40436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40436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45008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Hard-fail single-class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0" y="445008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has only one level after filter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445008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classify.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skip is logged with the cell + reason. Final report knows which classifiers ran.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12/15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level predicts best?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Summary_RF_Treatment.xlsx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   accuracy  AUC    F1    n_feat  n_used 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  0.55      0.61   0.52  2       2       0.4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phylum   0.71      0.74   0.69  12      12      0.8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   0.78      0.82   0.77  23      22      1.2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   0.83      0.87   0.82  47      41      2.0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family   0.86      0.90   0.85  84      71      2.9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genus    0.88      0.93   0.87  142     109     4.1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species  0.85      0.91   0.83  218     178     5.3 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per-(level × var) confusion + ROC + importance + SHAP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model.rds (re-loadable for an independent cohort)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13/15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+ predictive together.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robust to small-N microbiome reality.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Auto-selected CV. Class-imbalance-aware. Permutation importance.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Saabas SHAP for per-sample interpretability.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in both ANCOMBC2 AND a Random Forest is hard to dismiss.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the key references.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scripts/mbx_ml_classifier_run.sh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Breiman 2001 ML 45:5.  ·  ranger: Wright &amp; Ziegler 2017 JSS 77:1.  ·  Permutation importance: Strobl et al. 2007 BMC Bioinf 8:25.  ·  Saabas (2014) blog.datadive.net.  ·  TreeSHAP: Lundberg et al. 2020 Nat Mach Intell 2:56.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16_ml_classifier.html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16 — Random Forest Biomarkers  ·  15/15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16 — Random Forest Biomarkers</dc:title>
  <dc:subject>mbX Pro 1.5.0</dc:subject>
  <dc:creator>utsav lamichhane</dc:creator>
  <cp:lastModifiedBy>utsav lamichhane</cp:lastModifiedBy>
  <cp:revision>1</cp:revision>
  <dcterms:created xsi:type="dcterms:W3CDTF">2026-06-15T03:53:40Z</dcterms:created>
  <dcterms:modified xsi:type="dcterms:W3CDTF">2026-06-15T03:53:40Z</dcterms:modified>
</cp:coreProperties>
</file>