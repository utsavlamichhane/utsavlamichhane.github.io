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09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ezviz stacked-bar plots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picture a microbiome researcher sees.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are correct. Stacked bars are obvious.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produced seven clean per-level tables. They're correct but not human-friendly. A stacked-bar plot makes three things obvious in seconds: which taxa dominate, how consistent each group is, and which taxa shift between groups. But the craft matters — too many taxa and the plot turns into a colour blob; inconsistent ordering and groups stop being comparable.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ezviz convention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taxa by mean relative abundance.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'Other' collapsed into grey at the top.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UPGMA-clustered samples within each group.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colour mapping across every plot in a project.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9 — ezviz stacked-bar plots  ·  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categorical metadata columns.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never asks the user to enumerate variables. It infers them from the metadata file itself.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first column (sample-id)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(never a grouping variable)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numeric-only columns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(continuous; ezviz handles those differently)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singleton-value columns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contrast = nothing to plot)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all-unique columns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(effectively per-sample IDs)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9 — ezviz stacked-bar plots  ·  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Step 8's contract.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mbx_ezclean_info.txt gives us the seven LEVEL_&lt;X&gt;_XLSX paths. Each level becomes one ezviz call per categorical variable.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levels × N categorical variables = total plot count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levels whose XLSX is empty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(typically species, on low-classification data)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9 — ezviz stacked-bar plots  ·  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— INSIDE ezviz()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top-20 and the colour map.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(level × variable) call, the R function does six things in order.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columns that aren't taxa or the grouping variable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mean relative abundance per taxon across all samples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top 20; collapse the rest into 'Other'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3367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taxa by mean abundance (largest at the bottom)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(standard convention)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7365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samples by UPGMA clustering WITHIN each group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(within-group consistency becomes visible)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66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20 maximally-distinct colours from a project-stable palette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349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colour = same taxon across every plot)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20?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sweet spot.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loses too much signal.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becomes a colour blob.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Microbiome papers consistently use 20.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9 — ezviz stacked-bar plots  ·  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+ SVG, optional PDF.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plot is rendered as PNG (always) + SVG (always). PDF is added when the user passes mbXPro --publication-figures.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for the final report + quick previews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always — publication-ready vector format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on demand via --publication-figures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9 — ezviz stacked-bar plots  ·  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mbx_ezviz_info.txt.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Cross-step info file records every PNG produced. The final report uses this to embed the right plot in the right section.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of every PNG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metadata variables actually plotted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(some get skipped — final report needs to know which)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STATUS=COMPLETE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9 — ezviz stacked-bar plots  ·  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taxa. Stable colours. Always.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53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top_taxa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sweet spot — 15 loses signal, 25+ is a blob.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Top-taxa selection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64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relative abundance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fair 'what dominates on average?'. Median picks too few rare-but-consistent taxa.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category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collapsed, grey, top of stack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distinct from any real taxon.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ordering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86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UPGMA-clustered within each group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within-group consistency.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697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palette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maximally distinct, project-stable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697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taxon = same colour across every plot.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008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formats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3008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PNG + SVG always; PDF on flag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30083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Publication-ready by default.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19272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319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93008" y="33192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seven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3319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skip proactively — if data exists, plot it.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630168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6301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93008" y="3630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auto-detected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30368" y="36301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ask the user to enumerate.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9 — ezviz stacked-bar plots  ·  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levels skipped. Useless vars skipped.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empty levels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XLSX has 0 taxa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Low-classification data; plot what has data.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38528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84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singleton-value variables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sample shares one value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Pointless to plot a group of one group.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96896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426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all-unique variables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642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 has its own value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6426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a sample-ID; nothing to compare.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55264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009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Re-use existing PNGs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3009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after partial failure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3009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— don't re-render what's already there.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skip is logged. The final report knows which variables were skipped and why.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9 — ezviz stacked-bar plots  ·  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Publication-ready per (level × variable).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9_visualization_entire/  (one PNG + SVG per combo)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mbX_ezviz_genera_level-7_by_Treatment.png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mbX_ezviz_genera_level-7_by_Treatment.svg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mbX_ezviz_phylum_level-7_by_Treatment.png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mbX_ezviz_phylum_level-7_by_Treatment.svg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mbX_ezviz_genera_level-7_by_Diet.png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optional .pdf when --publication-figures was 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mbx_ezviz_info.txt    (cross-step contract)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9 — ezviz stacked-bar plots  ·  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viz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picture, every time the same way.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taxa by mean abundance.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colour mapping across every plot.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UPGMA clustering inside each group.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ezviz handles the craft so the reviewer can compare across plots without effort.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package.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scripts/mbx_ezviz_all_levels_all_treatments.sh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mbX CRAN package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ezviz() lives in mbX (CRAN, pinned 0.2.0): cran.r-project.org/package=mbX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9_ezviz.html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9 — ezviz stacked-bar plots  ·  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9 — ezviz stacked-bar plots</dc:title>
  <dc:subject>mbX Pro 1.5.0</dc:subject>
  <dc:creator>utsav lamichhane</dc:creator>
  <cp:lastModifiedBy>utsav lamichhane</cp:lastModifiedBy>
  <cp:revision>1</cp:revision>
  <dcterms:created xsi:type="dcterms:W3CDTF">2026-06-15T02:17:57Z</dcterms:created>
  <dcterms:modified xsi:type="dcterms:W3CDTF">2026-06-15T02:17:57Z</dcterms:modified>
</cp:coreProperties>
</file>