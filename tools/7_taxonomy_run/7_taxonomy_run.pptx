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CSVs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QIIME2 step. Mitochondria + chloroplasts removed.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 and chloroplasts hijack 16S.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 primers also amplify the rRNA of mitochondria (ex-α-proteobacteria) and chloroplasts (ex-cyanobacteria) — both still have bacteria-like rRNA. Left in, they show up as bizarre 'bacteria' and can dominate 30 % of reads in plant or animal samples (rumen, root, tongue). Step 7 removes them ONCE, here, before any downstream analysis sees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step?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once at the QIIME2 boundary.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7 level CSVs (domain → species).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Step 8 onwards: R + Python only. No more QIIME2.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upstream info files.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5's mbx_classifier_run_info.txt gives us the feature_table.qza and taxonomy.qza paths. Step 1's metadata.txt is recorded for the barplot.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feature_table.qza (Step 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(ASV counts per sample)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taxonomy.qza (Step 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(ASV → GTDB string)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metadata.txt (Step 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mitochondria + chloroplasts.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taxa filter-table with mode=contains and exclude=mitochondria,chloroplast. Case-insensitive substring catches every classifier's naming variant.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c__Mitochondria — most common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c__Chloroplast — plant samples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f__Mitochondria — family-level alias from some classifiers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weird with those words at any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faecal/soil: 0-5 % of reads removed.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Rumen / plant root / tongue: up to 30 %.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30 % gets flagged in the final report.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interactive barplot.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taxa barplot produces taxa_bar_plots.qzv — the user's first qualitative look at sample composition at every taxonomic level.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Stacked-bar composition per sample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(slider to change taxonomic level)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by metadata column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A vs group B at a glance)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 any browser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QIIME2 install needed to view)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seven level-N.csv files out.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.qzv is also a zip. Unpack it, find the seven level CSVs (level-1 through level-7), copy them to 7_taxonomy_csv/.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level-1.csv → domain / kingdom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 → phylum, level-3 → class, ... level-6 → genus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level-7.csv → species — and the full hierarchy string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8's ezclean parses this to rebuild all levels with consistent naming)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mbx_taxonomy_info.txt.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Cross-step paths for every downstream consumer. Plus mito/chloro removal stats for the final report.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LEVEL_7_CSV — Step 8 reads this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METADATA_TXT — every later step reads this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Mito/chloro removal count + percent → final report banner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STATUS=COMPLETE — for mbXPro --resume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QIIME2-aligned, contamination-aware.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 substring; catches every classifier variant.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terms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mitochondria, chloroplast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16S contamination sources in eukaryote-containing samples.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exported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1 .. 7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through species — everything downstream needs.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Barplot output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taxa_bar_plots.qzv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interactive HTML — first sanity check for the user.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Cross-step field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LEVEL_7_CSV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Level-7 contains the full hierarchy string for ezclean to parse.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everything. Never silently drop.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cached filtered 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run already produced 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re-filter.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0 features removed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Purely-microbial sample (faecal, soil, water)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error — just unusual.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&gt; 30 % features removed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or animal-tissue-dominated sample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error — but the final report flags this number for the user.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Reserved: keep mitochondria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eDNA mode (currently not exposed)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for future extension.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Mito/chloro removal counts are surfaced in the final report so reviewers can see exactly what was excluded.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plain CSVs become the source of truth.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7_taxonomy_csv/level-7.csv  (excerpt)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sample-id   d__Bact;p__Bac;...   d__Bact;p__Pse;...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;s__Lactobacillus     ;g__Bacteroides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SampleA     0.0214               0.0089          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SampleB     0.0142               0.0312          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SampleC     0.0367               0.0021          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level-1 .. level-6 (one per taxonomic level)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feature_table_filtered.qza   (the filtered ASV counts)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taxa_bar_plots.qzv           (the user's first look)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QC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QIIME2 step — and the contamination check.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mitochondria + chloroplasts once, here.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seven plain level-N.csv files.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Step 8 onwards we live in R and Python.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Step 7 lets through, the rest of the pipeline trusts.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plugin,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scripts/mbx_taxonomy_run.sh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+ the contamination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q2-taxa: docs.qiime2.org/2025.4/plugins/available/taxa/  ·  Hanshew et al. (2013) J Microbiol Methods 95:149 (chloroplast contamination in 16S).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7_taxonomy_run.html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7 — Taxonomy CSVs + Mito/Chloro Filter  ·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7 — Taxonomy CSVs</dc:title>
  <dc:subject>mbX Pro 1.5.0</dc:subject>
  <dc:creator>utsav lamichhane</dc:creator>
  <cp:lastModifiedBy>utsav lamichhane</cp:lastModifiedBy>
  <cp:revision>1</cp:revision>
  <dcterms:created xsi:type="dcterms:W3CDTF">2026-06-15T02:13:22Z</dcterms:created>
  <dcterms:modified xsi:type="dcterms:W3CDTF">2026-06-15T02:13:22Z</dcterms:modified>
</cp:coreProperties>
</file>