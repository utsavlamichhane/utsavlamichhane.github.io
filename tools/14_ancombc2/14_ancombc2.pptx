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09728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0" b="1" dirty="0">
                <a:solidFill>
                  <a:srgbClr val="065A82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14  /  mbX Pro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ANCOMBC2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abundance — done right (compositionally).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1371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release  ·  University talk  ·  mbX Pro 1.5.0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Compositionality breaks naive per-taxon tests.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abundances sum to 1. If Bacteroides drops from 30% to 5%, EVERY other taxon's relative abundance mathematically goes up — even if their absolute biomass stayed identical. Naive per-taxon tests (like Step 10's KW) interpret that mechanical increase as biology. Result: dozens of false positives in every microbiome paper that doesn't correct. ANCOMBC2 (Lin &amp; Peddada 2024) is the current state-of-the-art correction.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46120" cy="329184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235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views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— univariate (naive, but interpretable).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14 — compositionally-corrected (rigorous, more conservative).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want both.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14 — ANCOMBC2  ·  2/15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+ read RAW counts.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READY_FOR_DIVERSITY gate. ANCOMBC2 takes RAW counts (not rarefied or normalised — it does its own bias correction).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= filtered feature table from Step 7 (post-mito/chloro)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Rarefying first would throw away signal ANCOMBC2 needs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 estimates the bias FROM the count vector)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14 — ANCOMBC2  ·  3/15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 taxa collapse at every level.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Phylum through species. Export each collapsed table to BIOM-TSV. R reads from there.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levels by default (skip domain — uninformative)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BIOM + TSV for R consumption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Cached: re-runs reuse the collapsed tables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14 — ANCOMBC2  ·  4/15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(CRITICAL)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zero-within-group-variance taxa.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ANCOMBC2 crashes hard on any taxon with zero variance WITHIN a group. Its built-in prv_cut only checks overall prevalence. We pre-filter before every call.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All-zero in one group + constant in another → crash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(unless we drop them first)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Per-group var check using stats::var explicitly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('var' the loop variable shadows R's var())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taxa survive → skip this cell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enough power)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14 — ANCOMBC2  ·  5/15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ANCOMBC2.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Bias-corrected linear model per taxon: log-relative-abundance ~ variable. Returns primary effects, pairwise contrasts, global F-test, structural-zero flags.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Estimate per-sample sampling-fraction bias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(quantify compositional distortion)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Fit bias-corrected linear model per taxon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307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mdFDR multiple-testing (across taxa AND contrasts)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 = 100 multivariate permutations)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23367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Identify structural zeros (taxa absent from a whole group)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(distinct biological signal from 'low + noisy')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52160" y="2743200"/>
            <a:ext cx="2880360" cy="196596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mdFDR?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89320" y="315468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Per-taxon BH ignores contrast correlation.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mdFDR (Guo et al. 2010) controls FDR across taxa AND pairwise comparisons jointly.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conservative; defensibly correct.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14 — ANCOMBC2  ·  6/15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NAMES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ezclean-style taxon simplification.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addition in mbX Pro 1.3.0. Strip the GTDB hierarchy from the taxon column before writing every xlsx. Same convention as mbX::ezclean() in Step 8.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d__Bacteria;...;s__Bilophila wadsworthia → Bilophila.wadsworthia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primary, pairwise, global, structural_zeros tables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heatmap row labels too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(plot and xlsx finally agree)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14 — ANCOMBC2  ·  7/15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XLSX per (level × variable).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effects, pairwise contrasts, global F-test, structural zeros, summary row.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ancombc2_primary_&lt;var&gt;.xlsx — main effects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ancombc2_pairwise_&lt;var&gt;.xlsx — every pairwise contrast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ancombc2_global_&lt;var&gt;.xlsx — global F-test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879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ancombc2_structural_zeros_&lt;var&gt;.xlsx — taxa absent from ≥ 1 group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69087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ancombc2_summary_&lt;var&gt;.xlsx — run-level stats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14 — ANCOMBC2  ·  8/15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Volcano + heatmap, with SVG companions.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Faceted volcano (one panel per pairwise contrast, dots coloured by q &lt; 0.05 &amp; |lfc| &gt; 1) + heatmap of significant taxa across samples grouped by variable.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Volcano faceted by pairwise contrast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(scan significance + magnitude at a glance)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of significant taxa (any test)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(samples grouped by variable, ezclean labels)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+ SVG always; PDF on --publication-figures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14 — ANCOMBC2  ·  9/15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raw RDS for advanced users.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ANCOMBC2 output object saved as RDS. Advanced users can load in R and run post-hoc analyses without re-running the model.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working_dir_differential_abundance/ancombc2_raw_objects/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L&lt;n&gt;_&lt;variable&gt;.rds per (level × variable)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Re-loadable: ancombc_out &lt;- readRDS('L6_Treatment.rds')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14 — ANCOMBC2  ·  10/15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— AND WHY THEY ARE WHAT THEY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ANCOMBC2 defaults + our hardening.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321040" cy="2895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2743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93008" y="1143000"/>
            <a:ext cx="15544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30368" y="1143000"/>
            <a:ext cx="3474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32560"/>
            <a:ext cx="832104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32560"/>
            <a:ext cx="2743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table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93008" y="1432560"/>
            <a:ext cx="15544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Step-7 filtered, RAW counts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30368" y="1432560"/>
            <a:ext cx="3474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ANCOMBC2 does its own bias correction; don't pre-normalise.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722120"/>
            <a:ext cx="8321040" cy="289560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722120"/>
            <a:ext cx="2743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93008" y="1722120"/>
            <a:ext cx="15544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phylum .. species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30368" y="1722120"/>
            <a:ext cx="3474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domain (uninformative); other 6 are standard.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011680"/>
            <a:ext cx="832104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011680"/>
            <a:ext cx="2743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p_adj_method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93008" y="2011680"/>
            <a:ext cx="15544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30368" y="2011680"/>
            <a:ext cx="3474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FDR control.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301240"/>
            <a:ext cx="8321040" cy="289560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301240"/>
            <a:ext cx="2743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prv_cut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93008" y="2301240"/>
            <a:ext cx="15544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30368" y="2301240"/>
            <a:ext cx="3474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taxa &lt; 10 % prevalence — no power.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590800"/>
            <a:ext cx="832104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590800"/>
            <a:ext cx="2743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lib_cut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93008" y="2590800"/>
            <a:ext cx="15544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30368" y="2590800"/>
            <a:ext cx="3474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already filtered low-depth samples.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2880360"/>
            <a:ext cx="8321040" cy="289560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2880360"/>
            <a:ext cx="2743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struc_zero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93008" y="2880360"/>
            <a:ext cx="15544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30368" y="2880360"/>
            <a:ext cx="3474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structural-zero detection.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169920"/>
            <a:ext cx="832104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169920"/>
            <a:ext cx="2743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+ global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93008" y="3169920"/>
            <a:ext cx="15544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TRUE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30368" y="3169920"/>
            <a:ext cx="3474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always want both views.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459480"/>
            <a:ext cx="8321040" cy="289560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459480"/>
            <a:ext cx="2743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mdFDR B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93008" y="3459480"/>
            <a:ext cx="15544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30368" y="3459480"/>
            <a:ext cx="3474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ANCOMBC2-recommended default.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3749040"/>
            <a:ext cx="832104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3749040"/>
            <a:ext cx="2743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kind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493008" y="3749040"/>
            <a:ext cx="15544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L'Ecuyer-CMRG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230368" y="3749040"/>
            <a:ext cx="3474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because n_cl &gt; 1 uses parallel::.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4038600"/>
            <a:ext cx="8321040" cy="289560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4038600"/>
            <a:ext cx="2743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Pre-filter zero-var taxa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493008" y="4038600"/>
            <a:ext cx="15544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230368" y="4038600"/>
            <a:ext cx="3474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the most common ANCOMBC2 crash.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4328160"/>
            <a:ext cx="832104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" y="4328160"/>
            <a:ext cx="2743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 name simplification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493008" y="4328160"/>
            <a:ext cx="15544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ezclean-style (mbX Pro 1.3.0)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230368" y="4328160"/>
            <a:ext cx="3474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+ xlsx finally agree.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14 — ANCOMBC2  ·  11/15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 — AND WHY THEY EXIST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cells. Recover gracefully.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321040" cy="25603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TRIGGERS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10058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258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Refuse to run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325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READY_FOR_DIVERSITY = no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32588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gate as Steps 12-13.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38528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938528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9842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Pre-filter zero-var taxa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9842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Always, before each ANCOMBC2 call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98424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the most common ANCOMBC2 crash.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9689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96896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6426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&lt; 2-valid-groups cells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6426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but one group's samples dropped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64261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ANCOMBC2 needs ≥ 2 groups.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55264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255264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30098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&lt; 5-taxa cells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3009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Pre-filter left too few taxa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330098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power; logged.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13632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913632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9593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 RDS anyway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0" y="39593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runs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395935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users can re-analyse without re-running.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skip is recorded in the level-summary XLSX and the final report's caveats section.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14 — ANCOMBC2  ·  12/15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Bias-corrected log-fold-changes.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937760" y="1874520"/>
            <a:ext cx="3840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749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ancombc2_primary_Treatment.xlsx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492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taxon                lfc_B   se   q       diff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Bilophila.wadsworthia +2.41  0.41 8e-08  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Bacteroides           -0.92  0.18 2e-06  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Lactobacillus         +0.08  0.21 0.71   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ancombc2_pairwise_*.xlsx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ancombc2_structural_zeros_*.xlsx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volcano_*.png/svg  +  heatmap_*.png/svg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L&lt;n&gt;_&lt;var&gt;.rds (raw object, re-loadable in R)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14 — ANCOMBC2  ·  13/15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457200"/>
            <a:ext cx="59436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065A82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280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Compositionally correct. Reviewer-proof.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0" y="25146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ANCOMBC2 estimates the sampling-fraction bias from the data.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Bias-corrected linear model per taxon, mdFDR across taxa AND contrasts.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zeros flagged explicitly. ezclean-style names.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4114800"/>
            <a:ext cx="9144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4206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'differential abundance' should mean in 2026.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FURTHER READING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the seminal papers.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scripts/mbx_ancombc2_run.sh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560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ANCOMBC2: Lin &amp; Peddada 2024 Nature Methods 21:83-94.  ·  ANCOMBC: Lin &amp; Peddada 2020 Nature Comm 11:3514.  ·  Compositionality: Gloor et al. 2017 Front Microbiol 8:2224.  ·  mdFDR: Guo et al. 2010 JRSS-B 72:485.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files in this folder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one-page handout.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14_ancombc2.html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same content, with copy buttons.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14 — ANCOMBC2  ·  15/15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14 — ANCOMBC2 Differential Abundance</dc:title>
  <dc:subject>mbX Pro 1.5.0</dc:subject>
  <dc:creator>utsav lamichhane</dc:creator>
  <cp:lastModifiedBy>utsav lamichhane</cp:lastModifiedBy>
  <cp:revision>1</cp:revision>
  <dcterms:created xsi:type="dcterms:W3CDTF">2026-06-15T03:48:49Z</dcterms:created>
  <dcterms:modified xsi:type="dcterms:W3CDTF">2026-06-15T03:48:49Z</dcterms:modified>
</cp:coreProperties>
</file>