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0972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0" b="1" dirty="0">
                <a:solidFill>
                  <a:srgbClr val="065A82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 /  mbX Pro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+ Depth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concurrent criteria pick the rarefaction depth.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371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release  ·  University talk  ·  mbX Pro 1.5.0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depth decision is the most common microbiome bug.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computation rarefies every sample down to a chosen depth d. Pick d too low → discard usable reads. Pick d too high → lose samples non-randomly (deep samples are often the easiest libraries). Either failure mode biases every downstream comparison. Step 11 picks d quantitatively — three concurrent criteria, any reviewer can defend.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4612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produce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phylogenetic tree (MAFFT → FastTree → mid-point root).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rarefaction depth.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field that gates Steps 12-15.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11 — Pre-diversity (tree + depth)  ·  2/15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+ QC visualisations.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tool version (final report cites them). Produce metadata + feature-table summary QZVs for the user's sanity check.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 + R + DADA2 + sklearn versions logged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metadata_summary.qzv + feature_table_summary.qzv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(user's quick visual look)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11 — Pre-diversity (tree + depth)  ·  3/15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PHYLOGENY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rooted tree.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MAFFT align → mask variable columns → FastTree → mid-point root. UniFrac requires a rooted tree; Faith's PD uses 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MAFFT FFT-NS-2 — fast multiple-sequence alignment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(Katoh &amp; Standley 2013)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entropy-filtered columns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(removes highly variable positions that confuse tree-building)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FastTree approximate ML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(much faster than RAxML for hundreds-to-thousands of ASVs)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23367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Mid-point root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(unbiased w.r.t. group structure)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52160" y="2743200"/>
            <a:ext cx="2880360" cy="196596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stack?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89320" y="31546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MAFFT + FastTree is QIIME2's recommended pipeline.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+ accurate enough for community-level metrics.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Bayesian tree needed for diversity (we don't care about clade support).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11 — Pre-diversity (tree + depth)  ·  4/15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Per-sample frequency distribution.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feature table to TSV + BIOM, count non-chimeric ASVs per sample. That distribution is the input to depth selection.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sample-frequencies.tsv exported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feature-table.biom + .tsv exported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rooted-tree.nwk exported (Newick)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(downstream R steps need this format)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11 — Pre-diversity (tree + depth)  ·  5/15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— CRITERION (a)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90 % overall sample retention.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candidate depth d. Fraction of samples with f_i ≥ d must be ≥ 0.90. With a --group-col, also require ≥ 0.80 per group.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MIN_OVERALL = 0.90 — losing &gt; 10 % non-randomly is unacceptable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MIN_GROUP = 0.80 — small groups get extra leeway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entirely wiped → STATUS = FAIL (no override without --force)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11 — Pre-diversity (tree + depth)  ·  6/15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— CRITERION (b)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0.98 mean Good's coverage.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Good's coverage C(d) = 1 − f₁(d) / d, where f₁(d) is the EXPECTED number of singletons in a subsample of size d. Computed analytically per sample.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GOOD_COV_MIN = 0.98 — at most 2 % unobserved singletons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in CLOSED FORM (no Monte Carlo)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(bit-reproducible, fast)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across retained samples must clear the floor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2743200"/>
            <a:ext cx="2880360" cy="196596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1953 Biometrika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31546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Good's coverage is the gold-standard estimator of how much of the community is sampled at depth 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cited in ecology; trivially defensible to a reviewer.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11 — Pre-diversity (tree + depth)  ·  7/15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— CRITERION (c)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Hurlbert 1971 plateau check.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expected number of observed ASVs at depth d analytically (Hurlbert closed-form). Slope around d must be &lt; 0.5 features / 1,000 reads.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E[S] = Σ_j [ 1 − C(f_i − n_j, d) / C(f_i, d) 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PLATEAU_SLOPE_MAX = 0.5 features / 1,000 reads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(curve is statistically flat — new reads aren't recovering new biology)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form, not Monte Carlo — fast + bit-reproducible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11 — Pre-diversity (tree + depth)  ·  8/15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largest d that passes all three.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d satisfies all three, the algorithm reports which criterion was binding so the user knows what to fix.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pass → STATUS = PASS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(downstream steps run unconditionally)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pass but borderline → PASS_WITH_WARNINGS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(report flags the concern)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criterion failed at every d → REVIEW_REQUIRED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(downstream needs --force)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1879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wipeout or no metadata overlap → FAIL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(hard stop, READY_FOR_DIVERSITY=no)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11 — Pre-diversity (tree + depth)  ·  9/15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Sample-ID consistency across four sources.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↔ feature-table ↔ representative-sequences ↔ tree tips. A mismatch at any level would silently drop samples downstream.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IDs vs feature-table sample IDs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Feature-table feature IDs vs rep-seqs feature IDs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Rep-seqs IDs vs tree tip IDs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mismatch → list every offending ID, set STATUS=FAIL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11 — Pre-diversity (tree + depth)  ·  10/15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— AND WHY THEY ARE WHAT THEY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criteria. Reviewer-defensible.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321040" cy="31089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93008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0368" y="11430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53896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53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builder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3008" y="14538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align-to-tree-mafft-fasttree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0368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QIIME2-recommended pipeline; fast + accurate.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764792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64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rooting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17647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mid-point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368" y="1764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Unbiased w.r.t. group structure; UniFrac requires rooting.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MIN_OVERALL retention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93008" y="2075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30368" y="20756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&gt; 10 % non-randomly is unacceptable.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386584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386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MIN_GROUP retention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23865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0368" y="2386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need extra leeway.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697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GOOD_COV_MIN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93008" y="2697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0.98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0368" y="2697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2 % unobserved singletons at chosen depth.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008376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008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PLATEAU_SLOPE_MAX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93008" y="3008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 / 1,000 reads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0368" y="30083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is statistically flat — new reads aren't recovering biology.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319272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319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Rarefaction (QZV) iterations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93008" y="33192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30368" y="3319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 default; smooth curves for visual interpretation.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630168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6301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Rarefaction (QZV) steps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93008" y="3630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30368" y="36301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 default.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3941064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39410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Phylogeny threads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493008" y="39410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MBX_THREADS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30368" y="39410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11 — Pre-diversity (tree + depth)  ·  11/15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— AND WHY THEY EXIST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the verdict can degrade.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2560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TRIGGERS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1005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PASS_WITH_WARNINGS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criteria met but borderline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3258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Non-blocking; report flags the concern.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38528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84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REVIEW_REQUIRED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984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d satisfying 2 of 3 is used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98424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should inspect curves; downstream needs --force.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9689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96896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6426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 (depth)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642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--group-col group wiped at every 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6426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stop. Continuing would silently drop a treatment group.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55264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55264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3009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 (ID overlap)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3009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50 % metadata ↔ feature-table overlap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330098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always a sample-ID mismatch Step 1 missed.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13632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913632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9593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READY_FOR_DIVERSITY = no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39593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∈ {FAIL, REVIEW_REQUIRED}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395935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Steps 12-15. Override with --force, recorded in report.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fall-back is recorded in the info file and the report's caveats section.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11 — Pre-diversity (tree + depth)  ·  12/15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+ tree + the gate.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37760" y="187452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mbx_pre_diversity_info.txt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RECOMMENDED_DEPTH=12450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DEPTH_CRITERION_OVERALL=PASS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(94 % of samples ≥ 12,450)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DEPTH_CRITERION_COVERAGE=PASS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(mean Good's coverage = 0.987)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DEPTH_CRITERION_PLATEAU=PASS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(slope = 0.31 features / 1,000)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BINDING_CRITERION=none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OVERALL_STATUS=PASS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READY_FOR_DIVERSITY=yes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STATUS=COMPLETE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11 — Pre-diversity (tree + depth)  ·  13/15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457200"/>
            <a:ext cx="5943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065A82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chosen quantitatively.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MAFFT → FastTree → mid-point root for the phylogeny.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concurrent depth criteria, all defensible.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field gates Steps 12-15.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4114800"/>
            <a:ext cx="914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206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Hurlbert's closed-form rarefaction makes the plateau test reproducible without Monte Carlo.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the four key papers.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scripts/mbx_pre_diversity_parameters.sh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 papers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Hurlbert 1971 Ecology 52:577 (rarefaction).  ·  Good 1953 Biometrika 40:237 (coverage).  ·  MAFFT: Katoh &amp; Standley 2013 MBE 30:772.  ·  FastTree: Price et al. 2010 PLoS ONE 5:e9490.  ·  Depth-choice impact: Weiss et al. 2017 Microbiome 5:27.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files in this folder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one-page handout.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11_pre_diversity_parameters.html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same content, with copy buttons.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11 — Pre-diversity (tree + depth)  ·  15/15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11 — Pre-diversity</dc:title>
  <dc:subject>mbX Pro 1.5.0</dc:subject>
  <dc:creator>utsav lamichhane</dc:creator>
  <cp:lastModifiedBy>utsav lamichhane</cp:lastModifiedBy>
  <cp:revision>1</cp:revision>
  <dcterms:created xsi:type="dcterms:W3CDTF">2026-06-15T03:41:46Z</dcterms:created>
  <dcterms:modified xsi:type="dcterms:W3CDTF">2026-06-15T03:41:46Z</dcterms:modified>
</cp:coreProperties>
</file>